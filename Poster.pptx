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21383625" cy="30275213"/>
  <p:notesSz cx="30275213" cy="213836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3FC"/>
    <a:srgbClr val="0A0A0A"/>
    <a:srgbClr val="DCE9F6"/>
    <a:srgbClr val="E8F3FC"/>
    <a:srgbClr val="E5EDFA"/>
    <a:srgbClr val="616161"/>
    <a:srgbClr val="F2F8FD"/>
    <a:srgbClr val="E2F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7529E-61FF-4C69-9F4C-9309F9179621}" v="219" dt="2026-05-17T21:03:37.8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79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24" y="-37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lins Ewere" userId="e94e068d-ffec-4a34-a677-ac8690c9bae7" providerId="ADAL" clId="{F09DC07B-71B2-48FE-82D0-B33C98513548}"/>
    <pc:docChg chg="undo custSel modSld">
      <pc:chgData name="Collins Ewere" userId="e94e068d-ffec-4a34-a677-ac8690c9bae7" providerId="ADAL" clId="{F09DC07B-71B2-48FE-82D0-B33C98513548}" dt="2026-05-17T21:13:24.317" v="5056" actId="20577"/>
      <pc:docMkLst>
        <pc:docMk/>
      </pc:docMkLst>
      <pc:sldChg chg="addSp delSp modSp mod">
        <pc:chgData name="Collins Ewere" userId="e94e068d-ffec-4a34-a677-ac8690c9bae7" providerId="ADAL" clId="{F09DC07B-71B2-48FE-82D0-B33C98513548}" dt="2026-05-17T21:13:24.317" v="5056" actId="20577"/>
        <pc:sldMkLst>
          <pc:docMk/>
          <pc:sldMk cId="1416411392" sldId="258"/>
        </pc:sldMkLst>
        <pc:spChg chg="add del mod">
          <ac:chgData name="Collins Ewere" userId="e94e068d-ffec-4a34-a677-ac8690c9bae7" providerId="ADAL" clId="{F09DC07B-71B2-48FE-82D0-B33C98513548}" dt="2026-05-17T20:59:09.034" v="4880" actId="478"/>
          <ac:spMkLst>
            <pc:docMk/>
            <pc:sldMk cId="1416411392" sldId="258"/>
            <ac:spMk id="2" creationId="{389E170A-0AF2-2DAB-2447-CA6B44A97E80}"/>
          </ac:spMkLst>
        </pc:spChg>
        <pc:spChg chg="add del">
          <ac:chgData name="Collins Ewere" userId="e94e068d-ffec-4a34-a677-ac8690c9bae7" providerId="ADAL" clId="{F09DC07B-71B2-48FE-82D0-B33C98513548}" dt="2026-05-17T19:41:58.073" v="1130" actId="478"/>
          <ac:spMkLst>
            <pc:docMk/>
            <pc:sldMk cId="1416411392" sldId="258"/>
            <ac:spMk id="3" creationId="{725F10AF-BFB7-06B8-F5D7-F339608CD53E}"/>
          </ac:spMkLst>
        </pc:spChg>
        <pc:spChg chg="add del mod">
          <ac:chgData name="Collins Ewere" userId="e94e068d-ffec-4a34-a677-ac8690c9bae7" providerId="ADAL" clId="{F09DC07B-71B2-48FE-82D0-B33C98513548}" dt="2026-05-17T21:00:03.781" v="4891" actId="478"/>
          <ac:spMkLst>
            <pc:docMk/>
            <pc:sldMk cId="1416411392" sldId="258"/>
            <ac:spMk id="5" creationId="{45F5FA9E-7048-AD50-64DA-C96ECD299D82}"/>
          </ac:spMkLst>
        </pc:spChg>
        <pc:spChg chg="add mod">
          <ac:chgData name="Collins Ewere" userId="e94e068d-ffec-4a34-a677-ac8690c9bae7" providerId="ADAL" clId="{F09DC07B-71B2-48FE-82D0-B33C98513548}" dt="2026-05-17T19:49:47.726" v="1323" actId="164"/>
          <ac:spMkLst>
            <pc:docMk/>
            <pc:sldMk cId="1416411392" sldId="258"/>
            <ac:spMk id="6" creationId="{BA355792-E1B1-BDDA-AC6A-3805921FA29D}"/>
          </ac:spMkLst>
        </pc:spChg>
        <pc:spChg chg="add mod">
          <ac:chgData name="Collins Ewere" userId="e94e068d-ffec-4a34-a677-ac8690c9bae7" providerId="ADAL" clId="{F09DC07B-71B2-48FE-82D0-B33C98513548}" dt="2026-05-17T19:49:47.726" v="1323" actId="164"/>
          <ac:spMkLst>
            <pc:docMk/>
            <pc:sldMk cId="1416411392" sldId="258"/>
            <ac:spMk id="7" creationId="{6C9CFC08-0050-45FA-B6FC-0BE94D6BD46F}"/>
          </ac:spMkLst>
        </pc:spChg>
        <pc:spChg chg="add mod">
          <ac:chgData name="Collins Ewere" userId="e94e068d-ffec-4a34-a677-ac8690c9bae7" providerId="ADAL" clId="{F09DC07B-71B2-48FE-82D0-B33C98513548}" dt="2026-05-17T19:54:43.693" v="1347" actId="164"/>
          <ac:spMkLst>
            <pc:docMk/>
            <pc:sldMk cId="1416411392" sldId="258"/>
            <ac:spMk id="9" creationId="{28117C4E-2BD4-18F1-BC2B-AEFB0EA06AF1}"/>
          </ac:spMkLst>
        </pc:spChg>
        <pc:spChg chg="add mod">
          <ac:chgData name="Collins Ewere" userId="e94e068d-ffec-4a34-a677-ac8690c9bae7" providerId="ADAL" clId="{F09DC07B-71B2-48FE-82D0-B33C98513548}" dt="2026-05-17T19:54:43.693" v="1347" actId="164"/>
          <ac:spMkLst>
            <pc:docMk/>
            <pc:sldMk cId="1416411392" sldId="258"/>
            <ac:spMk id="10" creationId="{926DA052-5594-1B98-1E69-36F1D7CA3908}"/>
          </ac:spMkLst>
        </pc:spChg>
        <pc:spChg chg="add mod">
          <ac:chgData name="Collins Ewere" userId="e94e068d-ffec-4a34-a677-ac8690c9bae7" providerId="ADAL" clId="{F09DC07B-71B2-48FE-82D0-B33C98513548}" dt="2026-05-17T20:01:28.013" v="1423" actId="571"/>
          <ac:spMkLst>
            <pc:docMk/>
            <pc:sldMk cId="1416411392" sldId="258"/>
            <ac:spMk id="24" creationId="{C42FA766-0525-7C9F-1243-D02ED3302DC2}"/>
          </ac:spMkLst>
        </pc:spChg>
        <pc:spChg chg="add del mod topLvl">
          <ac:chgData name="Collins Ewere" userId="e94e068d-ffec-4a34-a677-ac8690c9bae7" providerId="ADAL" clId="{F09DC07B-71B2-48FE-82D0-B33C98513548}" dt="2026-05-17T20:16:52.916" v="1571" actId="478"/>
          <ac:spMkLst>
            <pc:docMk/>
            <pc:sldMk cId="1416411392" sldId="258"/>
            <ac:spMk id="41" creationId="{3E4993CA-9976-1047-1F94-46E2879AB6D7}"/>
          </ac:spMkLst>
        </pc:spChg>
        <pc:spChg chg="add del mod topLvl">
          <ac:chgData name="Collins Ewere" userId="e94e068d-ffec-4a34-a677-ac8690c9bae7" providerId="ADAL" clId="{F09DC07B-71B2-48FE-82D0-B33C98513548}" dt="2026-05-17T20:17:06.282" v="1578" actId="478"/>
          <ac:spMkLst>
            <pc:docMk/>
            <pc:sldMk cId="1416411392" sldId="258"/>
            <ac:spMk id="42" creationId="{2FC47816-7DA1-BAE9-482B-126895FA7CA2}"/>
          </ac:spMkLst>
        </pc:spChg>
        <pc:spChg chg="add del mod">
          <ac:chgData name="Collins Ewere" userId="e94e068d-ffec-4a34-a677-ac8690c9bae7" providerId="ADAL" clId="{F09DC07B-71B2-48FE-82D0-B33C98513548}" dt="2026-05-17T20:17:01.276" v="1575" actId="478"/>
          <ac:spMkLst>
            <pc:docMk/>
            <pc:sldMk cId="1416411392" sldId="258"/>
            <ac:spMk id="43" creationId="{0936CFF2-3FEC-E666-0C93-BCD5BBCB2A11}"/>
          </ac:spMkLst>
        </pc:spChg>
        <pc:spChg chg="add del mod">
          <ac:chgData name="Collins Ewere" userId="e94e068d-ffec-4a34-a677-ac8690c9bae7" providerId="ADAL" clId="{F09DC07B-71B2-48FE-82D0-B33C98513548}" dt="2026-05-17T20:16:57.169" v="1573" actId="478"/>
          <ac:spMkLst>
            <pc:docMk/>
            <pc:sldMk cId="1416411392" sldId="258"/>
            <ac:spMk id="44" creationId="{05BAB686-EAB8-6D57-9EB1-41D067DC26F1}"/>
          </ac:spMkLst>
        </pc:spChg>
        <pc:spChg chg="add del mod">
          <ac:chgData name="Collins Ewere" userId="e94e068d-ffec-4a34-a677-ac8690c9bae7" providerId="ADAL" clId="{F09DC07B-71B2-48FE-82D0-B33C98513548}" dt="2026-05-17T20:25:38.339" v="2415" actId="478"/>
          <ac:spMkLst>
            <pc:docMk/>
            <pc:sldMk cId="1416411392" sldId="258"/>
            <ac:spMk id="49" creationId="{78F42C87-8CC1-8753-2F58-2ACD3C066215}"/>
          </ac:spMkLst>
        </pc:spChg>
        <pc:spChg chg="add del mod">
          <ac:chgData name="Collins Ewere" userId="e94e068d-ffec-4a34-a677-ac8690c9bae7" providerId="ADAL" clId="{F09DC07B-71B2-48FE-82D0-B33C98513548}" dt="2026-05-17T20:25:34.568" v="2412" actId="478"/>
          <ac:spMkLst>
            <pc:docMk/>
            <pc:sldMk cId="1416411392" sldId="258"/>
            <ac:spMk id="50" creationId="{E68E62D8-A52E-2206-23D4-47589B33B820}"/>
          </ac:spMkLst>
        </pc:spChg>
        <pc:spChg chg="add mod">
          <ac:chgData name="Collins Ewere" userId="e94e068d-ffec-4a34-a677-ac8690c9bae7" providerId="ADAL" clId="{F09DC07B-71B2-48FE-82D0-B33C98513548}" dt="2026-05-17T21:04:14.252" v="4985" actId="14100"/>
          <ac:spMkLst>
            <pc:docMk/>
            <pc:sldMk cId="1416411392" sldId="258"/>
            <ac:spMk id="63" creationId="{E3E6A59F-E97D-1293-BE77-7B573AE497F1}"/>
          </ac:spMkLst>
        </pc:spChg>
        <pc:spChg chg="mod">
          <ac:chgData name="Collins Ewere" userId="e94e068d-ffec-4a34-a677-ac8690c9bae7" providerId="ADAL" clId="{F09DC07B-71B2-48FE-82D0-B33C98513548}" dt="2026-05-17T20:11:58.602" v="1542" actId="14100"/>
          <ac:spMkLst>
            <pc:docMk/>
            <pc:sldMk cId="1416411392" sldId="258"/>
            <ac:spMk id="140" creationId="{BA31731E-6743-2EA6-FAD2-54F464668AC3}"/>
          </ac:spMkLst>
        </pc:spChg>
        <pc:spChg chg="mod">
          <ac:chgData name="Collins Ewere" userId="e94e068d-ffec-4a34-a677-ac8690c9bae7" providerId="ADAL" clId="{F09DC07B-71B2-48FE-82D0-B33C98513548}" dt="2026-05-17T20:12:53.219" v="1547" actId="1076"/>
          <ac:spMkLst>
            <pc:docMk/>
            <pc:sldMk cId="1416411392" sldId="258"/>
            <ac:spMk id="141" creationId="{FB4C7663-55F4-DE9E-09FA-1F3EA990837A}"/>
          </ac:spMkLst>
        </pc:spChg>
        <pc:spChg chg="mod">
          <ac:chgData name="Collins Ewere" userId="e94e068d-ffec-4a34-a677-ac8690c9bae7" providerId="ADAL" clId="{F09DC07B-71B2-48FE-82D0-B33C98513548}" dt="2026-05-17T20:12:23.591" v="1543" actId="164"/>
          <ac:spMkLst>
            <pc:docMk/>
            <pc:sldMk cId="1416411392" sldId="258"/>
            <ac:spMk id="142" creationId="{2DFFACF3-C64E-FAFA-6C8C-8ADB70CE8D6D}"/>
          </ac:spMkLst>
        </pc:spChg>
        <pc:spChg chg="mod">
          <ac:chgData name="Collins Ewere" userId="e94e068d-ffec-4a34-a677-ac8690c9bae7" providerId="ADAL" clId="{F09DC07B-71B2-48FE-82D0-B33C98513548}" dt="2026-05-17T20:12:23.591" v="1543" actId="164"/>
          <ac:spMkLst>
            <pc:docMk/>
            <pc:sldMk cId="1416411392" sldId="258"/>
            <ac:spMk id="143" creationId="{C813FE37-B76E-4029-8081-067FAE05C58B}"/>
          </ac:spMkLst>
        </pc:spChg>
        <pc:spChg chg="mod">
          <ac:chgData name="Collins Ewere" userId="e94e068d-ffec-4a34-a677-ac8690c9bae7" providerId="ADAL" clId="{F09DC07B-71B2-48FE-82D0-B33C98513548}" dt="2026-05-17T20:13:34.406" v="1550" actId="164"/>
          <ac:spMkLst>
            <pc:docMk/>
            <pc:sldMk cId="1416411392" sldId="258"/>
            <ac:spMk id="144" creationId="{F32C7BD7-6BA1-9164-B5E0-5DCDEE0924FB}"/>
          </ac:spMkLst>
        </pc:spChg>
        <pc:spChg chg="mod">
          <ac:chgData name="Collins Ewere" userId="e94e068d-ffec-4a34-a677-ac8690c9bae7" providerId="ADAL" clId="{F09DC07B-71B2-48FE-82D0-B33C98513548}" dt="2026-05-17T20:13:59.372" v="1552" actId="164"/>
          <ac:spMkLst>
            <pc:docMk/>
            <pc:sldMk cId="1416411392" sldId="258"/>
            <ac:spMk id="145" creationId="{C449857E-100F-2591-8F4A-9B2CB0E2978C}"/>
          </ac:spMkLst>
        </pc:spChg>
        <pc:spChg chg="mod">
          <ac:chgData name="Collins Ewere" userId="e94e068d-ffec-4a34-a677-ac8690c9bae7" providerId="ADAL" clId="{F09DC07B-71B2-48FE-82D0-B33C98513548}" dt="2026-05-17T20:09:47.886" v="1529" actId="1076"/>
          <ac:spMkLst>
            <pc:docMk/>
            <pc:sldMk cId="1416411392" sldId="258"/>
            <ac:spMk id="146" creationId="{5540A1D1-432B-4D0D-7EE1-5A0DBCD13D9C}"/>
          </ac:spMkLst>
        </pc:spChg>
        <pc:spChg chg="mod">
          <ac:chgData name="Collins Ewere" userId="e94e068d-ffec-4a34-a677-ac8690c9bae7" providerId="ADAL" clId="{F09DC07B-71B2-48FE-82D0-B33C98513548}" dt="2026-05-17T20:41:43.389" v="4760" actId="14100"/>
          <ac:spMkLst>
            <pc:docMk/>
            <pc:sldMk cId="1416411392" sldId="258"/>
            <ac:spMk id="199" creationId="{C112AC60-A383-9826-57D3-9B06A947CE31}"/>
          </ac:spMkLst>
        </pc:spChg>
        <pc:spChg chg="mod">
          <ac:chgData name="Collins Ewere" userId="e94e068d-ffec-4a34-a677-ac8690c9bae7" providerId="ADAL" clId="{F09DC07B-71B2-48FE-82D0-B33C98513548}" dt="2026-05-17T20:12:23.591" v="1543" actId="164"/>
          <ac:spMkLst>
            <pc:docMk/>
            <pc:sldMk cId="1416411392" sldId="258"/>
            <ac:spMk id="200" creationId="{EF1D7BF6-61DA-0408-923C-D148F693EC61}"/>
          </ac:spMkLst>
        </pc:spChg>
        <pc:spChg chg="mod">
          <ac:chgData name="Collins Ewere" userId="e94e068d-ffec-4a34-a677-ac8690c9bae7" providerId="ADAL" clId="{F09DC07B-71B2-48FE-82D0-B33C98513548}" dt="2026-05-17T20:12:23.591" v="1543" actId="164"/>
          <ac:spMkLst>
            <pc:docMk/>
            <pc:sldMk cId="1416411392" sldId="258"/>
            <ac:spMk id="201" creationId="{D5411D83-1C22-F2C9-4AF7-D022E9D60820}"/>
          </ac:spMkLst>
        </pc:spChg>
        <pc:spChg chg="mod">
          <ac:chgData name="Collins Ewere" userId="e94e068d-ffec-4a34-a677-ac8690c9bae7" providerId="ADAL" clId="{F09DC07B-71B2-48FE-82D0-B33C98513548}" dt="2026-05-17T20:42:31.260" v="4830" actId="20577"/>
          <ac:spMkLst>
            <pc:docMk/>
            <pc:sldMk cId="1416411392" sldId="258"/>
            <ac:spMk id="202" creationId="{F8A0DF99-1C0C-A019-28AC-814B4C31A532}"/>
          </ac:spMkLst>
        </pc:spChg>
        <pc:spChg chg="mod">
          <ac:chgData name="Collins Ewere" userId="e94e068d-ffec-4a34-a677-ac8690c9bae7" providerId="ADAL" clId="{F09DC07B-71B2-48FE-82D0-B33C98513548}" dt="2026-05-17T20:38:28.288" v="4193" actId="14100"/>
          <ac:spMkLst>
            <pc:docMk/>
            <pc:sldMk cId="1416411392" sldId="258"/>
            <ac:spMk id="203" creationId="{3317150F-B8E2-E99B-4E78-5C69CEFE3B89}"/>
          </ac:spMkLst>
        </pc:spChg>
        <pc:spChg chg="mod">
          <ac:chgData name="Collins Ewere" userId="e94e068d-ffec-4a34-a677-ac8690c9bae7" providerId="ADAL" clId="{F09DC07B-71B2-48FE-82D0-B33C98513548}" dt="2026-05-17T20:36:03.023" v="3552" actId="20577"/>
          <ac:spMkLst>
            <pc:docMk/>
            <pc:sldMk cId="1416411392" sldId="258"/>
            <ac:spMk id="204" creationId="{25E01C34-9B46-14F3-94F0-9363F39AC9EA}"/>
          </ac:spMkLst>
        </pc:spChg>
        <pc:spChg chg="mod">
          <ac:chgData name="Collins Ewere" userId="e94e068d-ffec-4a34-a677-ac8690c9bae7" providerId="ADAL" clId="{F09DC07B-71B2-48FE-82D0-B33C98513548}" dt="2026-05-17T20:13:34.406" v="1550" actId="164"/>
          <ac:spMkLst>
            <pc:docMk/>
            <pc:sldMk cId="1416411392" sldId="258"/>
            <ac:spMk id="206" creationId="{D0F0DBB0-DAD7-2687-B9A5-04196F156AA7}"/>
          </ac:spMkLst>
        </pc:spChg>
        <pc:spChg chg="mod">
          <ac:chgData name="Collins Ewere" userId="e94e068d-ffec-4a34-a677-ac8690c9bae7" providerId="ADAL" clId="{F09DC07B-71B2-48FE-82D0-B33C98513548}" dt="2026-05-17T20:13:59.372" v="1552" actId="164"/>
          <ac:spMkLst>
            <pc:docMk/>
            <pc:sldMk cId="1416411392" sldId="258"/>
            <ac:spMk id="225" creationId="{C63C5CA6-3FA5-7AEA-6B2D-8ADD286C1E08}"/>
          </ac:spMkLst>
        </pc:spChg>
        <pc:spChg chg="mod">
          <ac:chgData name="Collins Ewere" userId="e94e068d-ffec-4a34-a677-ac8690c9bae7" providerId="ADAL" clId="{F09DC07B-71B2-48FE-82D0-B33C98513548}" dt="2026-05-17T20:13:59.372" v="1552" actId="164"/>
          <ac:spMkLst>
            <pc:docMk/>
            <pc:sldMk cId="1416411392" sldId="258"/>
            <ac:spMk id="227" creationId="{AB14FFAD-03E1-8C88-A88E-B72B9075D780}"/>
          </ac:spMkLst>
        </pc:spChg>
        <pc:spChg chg="mod">
          <ac:chgData name="Collins Ewere" userId="e94e068d-ffec-4a34-a677-ac8690c9bae7" providerId="ADAL" clId="{F09DC07B-71B2-48FE-82D0-B33C98513548}" dt="2026-05-17T20:13:18.226" v="1549" actId="164"/>
          <ac:spMkLst>
            <pc:docMk/>
            <pc:sldMk cId="1416411392" sldId="258"/>
            <ac:spMk id="244" creationId="{B9063359-76B2-882E-0100-143CF0572C0D}"/>
          </ac:spMkLst>
        </pc:spChg>
        <pc:spChg chg="mod">
          <ac:chgData name="Collins Ewere" userId="e94e068d-ffec-4a34-a677-ac8690c9bae7" providerId="ADAL" clId="{F09DC07B-71B2-48FE-82D0-B33C98513548}" dt="2026-05-17T20:13:18.226" v="1549" actId="164"/>
          <ac:spMkLst>
            <pc:docMk/>
            <pc:sldMk cId="1416411392" sldId="258"/>
            <ac:spMk id="245" creationId="{926B502D-966E-EC4F-EF2D-6EB565CD7390}"/>
          </ac:spMkLst>
        </pc:spChg>
        <pc:spChg chg="mod">
          <ac:chgData name="Collins Ewere" userId="e94e068d-ffec-4a34-a677-ac8690c9bae7" providerId="ADAL" clId="{F09DC07B-71B2-48FE-82D0-B33C98513548}" dt="2026-05-17T20:13:18.226" v="1549" actId="164"/>
          <ac:spMkLst>
            <pc:docMk/>
            <pc:sldMk cId="1416411392" sldId="258"/>
            <ac:spMk id="248" creationId="{B7792459-A946-C6F7-51DA-64DDFEEC5FBC}"/>
          </ac:spMkLst>
        </pc:spChg>
        <pc:spChg chg="mod">
          <ac:chgData name="Collins Ewere" userId="e94e068d-ffec-4a34-a677-ac8690c9bae7" providerId="ADAL" clId="{F09DC07B-71B2-48FE-82D0-B33C98513548}" dt="2026-05-17T20:13:18.226" v="1549" actId="164"/>
          <ac:spMkLst>
            <pc:docMk/>
            <pc:sldMk cId="1416411392" sldId="258"/>
            <ac:spMk id="249" creationId="{5A8D53B4-B5D7-5066-0375-93B2B06C8594}"/>
          </ac:spMkLst>
        </pc:spChg>
        <pc:spChg chg="mod">
          <ac:chgData name="Collins Ewere" userId="e94e068d-ffec-4a34-a677-ac8690c9bae7" providerId="ADAL" clId="{F09DC07B-71B2-48FE-82D0-B33C98513548}" dt="2026-05-17T20:13:18.226" v="1549" actId="164"/>
          <ac:spMkLst>
            <pc:docMk/>
            <pc:sldMk cId="1416411392" sldId="258"/>
            <ac:spMk id="254" creationId="{0A93B6ED-134F-ED26-E41D-147E4588C265}"/>
          </ac:spMkLst>
        </pc:spChg>
        <pc:spChg chg="mod">
          <ac:chgData name="Collins Ewere" userId="e94e068d-ffec-4a34-a677-ac8690c9bae7" providerId="ADAL" clId="{F09DC07B-71B2-48FE-82D0-B33C98513548}" dt="2026-05-17T20:13:18.226" v="1549" actId="164"/>
          <ac:spMkLst>
            <pc:docMk/>
            <pc:sldMk cId="1416411392" sldId="258"/>
            <ac:spMk id="255" creationId="{6BC586F7-BA8B-B4DC-F575-B1D50D0464D4}"/>
          </ac:spMkLst>
        </pc:spChg>
        <pc:spChg chg="mod">
          <ac:chgData name="Collins Ewere" userId="e94e068d-ffec-4a34-a677-ac8690c9bae7" providerId="ADAL" clId="{F09DC07B-71B2-48FE-82D0-B33C98513548}" dt="2026-05-17T21:13:08.896" v="5050" actId="14100"/>
          <ac:spMkLst>
            <pc:docMk/>
            <pc:sldMk cId="1416411392" sldId="258"/>
            <ac:spMk id="261" creationId="{F81854DE-3FEB-D37F-8E3E-26A54C6B2051}"/>
          </ac:spMkLst>
        </pc:spChg>
        <pc:spChg chg="mod">
          <ac:chgData name="Collins Ewere" userId="e94e068d-ffec-4a34-a677-ac8690c9bae7" providerId="ADAL" clId="{F09DC07B-71B2-48FE-82D0-B33C98513548}" dt="2026-05-17T21:13:12.024" v="5051" actId="14100"/>
          <ac:spMkLst>
            <pc:docMk/>
            <pc:sldMk cId="1416411392" sldId="258"/>
            <ac:spMk id="262" creationId="{8266B57A-9923-7676-6538-2988CD85F68C}"/>
          </ac:spMkLst>
        </pc:spChg>
        <pc:spChg chg="mod">
          <ac:chgData name="Collins Ewere" userId="e94e068d-ffec-4a34-a677-ac8690c9bae7" providerId="ADAL" clId="{F09DC07B-71B2-48FE-82D0-B33C98513548}" dt="2026-05-17T20:13:18.226" v="1549" actId="164"/>
          <ac:spMkLst>
            <pc:docMk/>
            <pc:sldMk cId="1416411392" sldId="258"/>
            <ac:spMk id="263" creationId="{E3B8D006-8F32-5C45-D127-04B579602BBF}"/>
          </ac:spMkLst>
        </pc:spChg>
        <pc:spChg chg="mod">
          <ac:chgData name="Collins Ewere" userId="e94e068d-ffec-4a34-a677-ac8690c9bae7" providerId="ADAL" clId="{F09DC07B-71B2-48FE-82D0-B33C98513548}" dt="2026-05-17T21:13:24.317" v="5056" actId="20577"/>
          <ac:spMkLst>
            <pc:docMk/>
            <pc:sldMk cId="1416411392" sldId="258"/>
            <ac:spMk id="264" creationId="{91D89130-67FB-44B9-128F-70CB09B43027}"/>
          </ac:spMkLst>
        </pc:spChg>
        <pc:spChg chg="mod">
          <ac:chgData name="Collins Ewere" userId="e94e068d-ffec-4a34-a677-ac8690c9bae7" providerId="ADAL" clId="{F09DC07B-71B2-48FE-82D0-B33C98513548}" dt="2026-05-17T19:57:36.890" v="1372" actId="1076"/>
          <ac:spMkLst>
            <pc:docMk/>
            <pc:sldMk cId="1416411392" sldId="258"/>
            <ac:spMk id="265" creationId="{5D6218A4-A4F1-A469-D923-E1E75DA44193}"/>
          </ac:spMkLst>
        </pc:spChg>
        <pc:spChg chg="mod">
          <ac:chgData name="Collins Ewere" userId="e94e068d-ffec-4a34-a677-ac8690c9bae7" providerId="ADAL" clId="{F09DC07B-71B2-48FE-82D0-B33C98513548}" dt="2026-05-17T19:56:40.005" v="1364" actId="164"/>
          <ac:spMkLst>
            <pc:docMk/>
            <pc:sldMk cId="1416411392" sldId="258"/>
            <ac:spMk id="266" creationId="{DDE9E2D6-98B4-5696-7052-C134FE395025}"/>
          </ac:spMkLst>
        </pc:spChg>
        <pc:spChg chg="mod">
          <ac:chgData name="Collins Ewere" userId="e94e068d-ffec-4a34-a677-ac8690c9bae7" providerId="ADAL" clId="{F09DC07B-71B2-48FE-82D0-B33C98513548}" dt="2026-05-17T20:01:54.798" v="1427" actId="164"/>
          <ac:spMkLst>
            <pc:docMk/>
            <pc:sldMk cId="1416411392" sldId="258"/>
            <ac:spMk id="273" creationId="{493270B8-7845-689D-F500-B15F25273F4B}"/>
          </ac:spMkLst>
        </pc:spChg>
        <pc:spChg chg="mod">
          <ac:chgData name="Collins Ewere" userId="e94e068d-ffec-4a34-a677-ac8690c9bae7" providerId="ADAL" clId="{F09DC07B-71B2-48FE-82D0-B33C98513548}" dt="2026-05-17T20:03:55.807" v="1498" actId="164"/>
          <ac:spMkLst>
            <pc:docMk/>
            <pc:sldMk cId="1416411392" sldId="258"/>
            <ac:spMk id="274" creationId="{091C20D4-4F9A-F759-6E3F-87A66BEA65C4}"/>
          </ac:spMkLst>
        </pc:spChg>
        <pc:spChg chg="mod">
          <ac:chgData name="Collins Ewere" userId="e94e068d-ffec-4a34-a677-ac8690c9bae7" providerId="ADAL" clId="{F09DC07B-71B2-48FE-82D0-B33C98513548}" dt="2026-05-17T20:01:38.298" v="1424" actId="164"/>
          <ac:spMkLst>
            <pc:docMk/>
            <pc:sldMk cId="1416411392" sldId="258"/>
            <ac:spMk id="288" creationId="{3C9003A7-F638-E491-7172-DA3CBD822B1F}"/>
          </ac:spMkLst>
        </pc:spChg>
        <pc:spChg chg="mod">
          <ac:chgData name="Collins Ewere" userId="e94e068d-ffec-4a34-a677-ac8690c9bae7" providerId="ADAL" clId="{F09DC07B-71B2-48FE-82D0-B33C98513548}" dt="2026-05-17T20:01:38.298" v="1424" actId="164"/>
          <ac:spMkLst>
            <pc:docMk/>
            <pc:sldMk cId="1416411392" sldId="258"/>
            <ac:spMk id="289" creationId="{8AB8F7EE-E612-28AA-52F0-739CB67A715D}"/>
          </ac:spMkLst>
        </pc:spChg>
        <pc:spChg chg="mod">
          <ac:chgData name="Collins Ewere" userId="e94e068d-ffec-4a34-a677-ac8690c9bae7" providerId="ADAL" clId="{F09DC07B-71B2-48FE-82D0-B33C98513548}" dt="2026-05-17T20:01:38.298" v="1424" actId="164"/>
          <ac:spMkLst>
            <pc:docMk/>
            <pc:sldMk cId="1416411392" sldId="258"/>
            <ac:spMk id="290" creationId="{7339552B-27B7-7487-28E3-AD40ED148B6F}"/>
          </ac:spMkLst>
        </pc:spChg>
        <pc:spChg chg="mod">
          <ac:chgData name="Collins Ewere" userId="e94e068d-ffec-4a34-a677-ac8690c9bae7" providerId="ADAL" clId="{F09DC07B-71B2-48FE-82D0-B33C98513548}" dt="2026-05-17T20:01:38.298" v="1424" actId="164"/>
          <ac:spMkLst>
            <pc:docMk/>
            <pc:sldMk cId="1416411392" sldId="258"/>
            <ac:spMk id="291" creationId="{C29E3006-A7A1-1724-5EF0-1FA6CDF52FFB}"/>
          </ac:spMkLst>
        </pc:spChg>
        <pc:spChg chg="mod">
          <ac:chgData name="Collins Ewere" userId="e94e068d-ffec-4a34-a677-ac8690c9bae7" providerId="ADAL" clId="{F09DC07B-71B2-48FE-82D0-B33C98513548}" dt="2026-05-17T20:00:46.673" v="1420" actId="164"/>
          <ac:spMkLst>
            <pc:docMk/>
            <pc:sldMk cId="1416411392" sldId="258"/>
            <ac:spMk id="292" creationId="{5CBD0C2E-05C7-C58E-C66E-B3C1AABD4314}"/>
          </ac:spMkLst>
        </pc:spChg>
        <pc:spChg chg="mod">
          <ac:chgData name="Collins Ewere" userId="e94e068d-ffec-4a34-a677-ac8690c9bae7" providerId="ADAL" clId="{F09DC07B-71B2-48FE-82D0-B33C98513548}" dt="2026-05-17T21:10:22.861" v="4998" actId="20577"/>
          <ac:spMkLst>
            <pc:docMk/>
            <pc:sldMk cId="1416411392" sldId="258"/>
            <ac:spMk id="293" creationId="{D85D9E26-6867-BA62-FB2A-76272161A908}"/>
          </ac:spMkLst>
        </pc:spChg>
        <pc:spChg chg="mod">
          <ac:chgData name="Collins Ewere" userId="e94e068d-ffec-4a34-a677-ac8690c9bae7" providerId="ADAL" clId="{F09DC07B-71B2-48FE-82D0-B33C98513548}" dt="2026-05-17T20:03:47.942" v="1495" actId="164"/>
          <ac:spMkLst>
            <pc:docMk/>
            <pc:sldMk cId="1416411392" sldId="258"/>
            <ac:spMk id="298" creationId="{901FE656-16F3-BE69-23C2-05CCCEC66F44}"/>
          </ac:spMkLst>
        </pc:spChg>
        <pc:spChg chg="mod">
          <ac:chgData name="Collins Ewere" userId="e94e068d-ffec-4a34-a677-ac8690c9bae7" providerId="ADAL" clId="{F09DC07B-71B2-48FE-82D0-B33C98513548}" dt="2026-05-17T20:03:47.942" v="1495" actId="164"/>
          <ac:spMkLst>
            <pc:docMk/>
            <pc:sldMk cId="1416411392" sldId="258"/>
            <ac:spMk id="303" creationId="{5E58200C-5B4E-EF8F-2BCA-818BFBD3B841}"/>
          </ac:spMkLst>
        </pc:spChg>
        <pc:spChg chg="mod">
          <ac:chgData name="Collins Ewere" userId="e94e068d-ffec-4a34-a677-ac8690c9bae7" providerId="ADAL" clId="{F09DC07B-71B2-48FE-82D0-B33C98513548}" dt="2026-05-17T20:03:47.942" v="1495" actId="164"/>
          <ac:spMkLst>
            <pc:docMk/>
            <pc:sldMk cId="1416411392" sldId="258"/>
            <ac:spMk id="306" creationId="{8CFBFE3C-D94D-6D3A-D1A8-765CAA1BB43D}"/>
          </ac:spMkLst>
        </pc:spChg>
        <pc:spChg chg="mod">
          <ac:chgData name="Collins Ewere" userId="e94e068d-ffec-4a34-a677-ac8690c9bae7" providerId="ADAL" clId="{F09DC07B-71B2-48FE-82D0-B33C98513548}" dt="2026-05-17T20:03:47.942" v="1495" actId="164"/>
          <ac:spMkLst>
            <pc:docMk/>
            <pc:sldMk cId="1416411392" sldId="258"/>
            <ac:spMk id="309" creationId="{F11FDBB1-A4FE-D0F1-8C39-2F6D27ADFF82}"/>
          </ac:spMkLst>
        </pc:spChg>
        <pc:spChg chg="mod">
          <ac:chgData name="Collins Ewere" userId="e94e068d-ffec-4a34-a677-ac8690c9bae7" providerId="ADAL" clId="{F09DC07B-71B2-48FE-82D0-B33C98513548}" dt="2026-05-17T20:13:59.372" v="1552" actId="164"/>
          <ac:spMkLst>
            <pc:docMk/>
            <pc:sldMk cId="1416411392" sldId="258"/>
            <ac:spMk id="310" creationId="{6BC56E6F-A55C-9553-34DE-E54038B05DD6}"/>
          </ac:spMkLst>
        </pc:spChg>
        <pc:spChg chg="mod">
          <ac:chgData name="Collins Ewere" userId="e94e068d-ffec-4a34-a677-ac8690c9bae7" providerId="ADAL" clId="{F09DC07B-71B2-48FE-82D0-B33C98513548}" dt="2026-05-17T20:07:42.888" v="1510" actId="164"/>
          <ac:spMkLst>
            <pc:docMk/>
            <pc:sldMk cId="1416411392" sldId="258"/>
            <ac:spMk id="311" creationId="{D72CB068-CAD0-84EB-ED61-5609F583C562}"/>
          </ac:spMkLst>
        </pc:spChg>
        <pc:spChg chg="mod">
          <ac:chgData name="Collins Ewere" userId="e94e068d-ffec-4a34-a677-ac8690c9bae7" providerId="ADAL" clId="{F09DC07B-71B2-48FE-82D0-B33C98513548}" dt="2026-05-17T20:07:35.565" v="1508" actId="164"/>
          <ac:spMkLst>
            <pc:docMk/>
            <pc:sldMk cId="1416411392" sldId="258"/>
            <ac:spMk id="313" creationId="{1460F5C1-6D89-9090-A40F-7A5D0441F3B6}"/>
          </ac:spMkLst>
        </pc:spChg>
        <pc:spChg chg="mod">
          <ac:chgData name="Collins Ewere" userId="e94e068d-ffec-4a34-a677-ac8690c9bae7" providerId="ADAL" clId="{F09DC07B-71B2-48FE-82D0-B33C98513548}" dt="2026-05-17T20:07:35.565" v="1508" actId="164"/>
          <ac:spMkLst>
            <pc:docMk/>
            <pc:sldMk cId="1416411392" sldId="258"/>
            <ac:spMk id="318" creationId="{A8422851-DA8B-6BF6-C20C-C358266A5F62}"/>
          </ac:spMkLst>
        </pc:spChg>
        <pc:spChg chg="mod">
          <ac:chgData name="Collins Ewere" userId="e94e068d-ffec-4a34-a677-ac8690c9bae7" providerId="ADAL" clId="{F09DC07B-71B2-48FE-82D0-B33C98513548}" dt="2026-05-17T20:07:35.565" v="1508" actId="164"/>
          <ac:spMkLst>
            <pc:docMk/>
            <pc:sldMk cId="1416411392" sldId="258"/>
            <ac:spMk id="322" creationId="{8DCB161C-A477-4C9B-1A30-EB35B121782C}"/>
          </ac:spMkLst>
        </pc:spChg>
        <pc:spChg chg="mod">
          <ac:chgData name="Collins Ewere" userId="e94e068d-ffec-4a34-a677-ac8690c9bae7" providerId="ADAL" clId="{F09DC07B-71B2-48FE-82D0-B33C98513548}" dt="2026-05-17T20:07:35.565" v="1508" actId="164"/>
          <ac:spMkLst>
            <pc:docMk/>
            <pc:sldMk cId="1416411392" sldId="258"/>
            <ac:spMk id="326" creationId="{A56BCCFC-2895-3F5E-1732-4EB5558F9BE4}"/>
          </ac:spMkLst>
        </pc:spChg>
        <pc:spChg chg="mod">
          <ac:chgData name="Collins Ewere" userId="e94e068d-ffec-4a34-a677-ac8690c9bae7" providerId="ADAL" clId="{F09DC07B-71B2-48FE-82D0-B33C98513548}" dt="2026-05-17T20:07:35.565" v="1508" actId="164"/>
          <ac:spMkLst>
            <pc:docMk/>
            <pc:sldMk cId="1416411392" sldId="258"/>
            <ac:spMk id="334" creationId="{37F17D32-6EC8-7D6C-72A7-69F1E23896CE}"/>
          </ac:spMkLst>
        </pc:spChg>
        <pc:spChg chg="mod">
          <ac:chgData name="Collins Ewere" userId="e94e068d-ffec-4a34-a677-ac8690c9bae7" providerId="ADAL" clId="{F09DC07B-71B2-48FE-82D0-B33C98513548}" dt="2026-05-17T20:08:32.741" v="1513" actId="164"/>
          <ac:spMkLst>
            <pc:docMk/>
            <pc:sldMk cId="1416411392" sldId="258"/>
            <ac:spMk id="341" creationId="{46025213-A162-9BB6-3456-0323605D598D}"/>
          </ac:spMkLst>
        </pc:spChg>
        <pc:spChg chg="mod">
          <ac:chgData name="Collins Ewere" userId="e94e068d-ffec-4a34-a677-ac8690c9bae7" providerId="ADAL" clId="{F09DC07B-71B2-48FE-82D0-B33C98513548}" dt="2026-05-17T19:43:31.050" v="1147" actId="14100"/>
          <ac:spMkLst>
            <pc:docMk/>
            <pc:sldMk cId="1416411392" sldId="258"/>
            <ac:spMk id="352" creationId="{AE7F3429-2D05-0E5D-C63F-519648D0321D}"/>
          </ac:spMkLst>
        </pc:spChg>
        <pc:spChg chg="mod">
          <ac:chgData name="Collins Ewere" userId="e94e068d-ffec-4a34-a677-ac8690c9bae7" providerId="ADAL" clId="{F09DC07B-71B2-48FE-82D0-B33C98513548}" dt="2026-05-17T21:10:49.065" v="5015" actId="20577"/>
          <ac:spMkLst>
            <pc:docMk/>
            <pc:sldMk cId="1416411392" sldId="258"/>
            <ac:spMk id="353" creationId="{ECC8EC09-E878-444E-5A04-AF554C418839}"/>
          </ac:spMkLst>
        </pc:spChg>
        <pc:spChg chg="mod">
          <ac:chgData name="Collins Ewere" userId="e94e068d-ffec-4a34-a677-ac8690c9bae7" providerId="ADAL" clId="{F09DC07B-71B2-48FE-82D0-B33C98513548}" dt="2026-05-17T19:44:15.589" v="1154" actId="14100"/>
          <ac:spMkLst>
            <pc:docMk/>
            <pc:sldMk cId="1416411392" sldId="258"/>
            <ac:spMk id="356" creationId="{430CE2D2-C598-1F61-5AFC-0593589686F2}"/>
          </ac:spMkLst>
        </pc:spChg>
        <pc:spChg chg="mod">
          <ac:chgData name="Collins Ewere" userId="e94e068d-ffec-4a34-a677-ac8690c9bae7" providerId="ADAL" clId="{F09DC07B-71B2-48FE-82D0-B33C98513548}" dt="2026-05-17T21:11:17.980" v="5028" actId="20577"/>
          <ac:spMkLst>
            <pc:docMk/>
            <pc:sldMk cId="1416411392" sldId="258"/>
            <ac:spMk id="357" creationId="{C20B2F96-B88D-4A8A-02AC-A11F28DEABAE}"/>
          </ac:spMkLst>
        </pc:spChg>
        <pc:spChg chg="mod topLvl">
          <ac:chgData name="Collins Ewere" userId="e94e068d-ffec-4a34-a677-ac8690c9bae7" providerId="ADAL" clId="{F09DC07B-71B2-48FE-82D0-B33C98513548}" dt="2026-05-17T21:12:21.492" v="5039" actId="20577"/>
          <ac:spMkLst>
            <pc:docMk/>
            <pc:sldMk cId="1416411392" sldId="258"/>
            <ac:spMk id="360" creationId="{144E5117-9740-A8D0-82B6-C69F5C0934A6}"/>
          </ac:spMkLst>
        </pc:spChg>
        <pc:spChg chg="mod topLvl">
          <ac:chgData name="Collins Ewere" userId="e94e068d-ffec-4a34-a677-ac8690c9bae7" providerId="ADAL" clId="{F09DC07B-71B2-48FE-82D0-B33C98513548}" dt="2026-05-17T21:02:12.653" v="4913" actId="1076"/>
          <ac:spMkLst>
            <pc:docMk/>
            <pc:sldMk cId="1416411392" sldId="258"/>
            <ac:spMk id="361" creationId="{CC46EB0F-DBD8-AF40-821D-C9D93562EE91}"/>
          </ac:spMkLst>
        </pc:spChg>
        <pc:spChg chg="mod topLvl">
          <ac:chgData name="Collins Ewere" userId="e94e068d-ffec-4a34-a677-ac8690c9bae7" providerId="ADAL" clId="{F09DC07B-71B2-48FE-82D0-B33C98513548}" dt="2026-05-17T20:27:30.609" v="2427" actId="164"/>
          <ac:spMkLst>
            <pc:docMk/>
            <pc:sldMk cId="1416411392" sldId="258"/>
            <ac:spMk id="366" creationId="{2D532D18-A844-3FF8-35F8-4B9C96FC50C8}"/>
          </ac:spMkLst>
        </pc:spChg>
        <pc:spChg chg="mod topLvl">
          <ac:chgData name="Collins Ewere" userId="e94e068d-ffec-4a34-a677-ac8690c9bae7" providerId="ADAL" clId="{F09DC07B-71B2-48FE-82D0-B33C98513548}" dt="2026-05-17T21:03:34.958" v="4955" actId="1076"/>
          <ac:spMkLst>
            <pc:docMk/>
            <pc:sldMk cId="1416411392" sldId="258"/>
            <ac:spMk id="369" creationId="{28448251-55B6-0746-C617-01168E28F100}"/>
          </ac:spMkLst>
        </pc:spChg>
        <pc:spChg chg="mod">
          <ac:chgData name="Collins Ewere" userId="e94e068d-ffec-4a34-a677-ac8690c9bae7" providerId="ADAL" clId="{F09DC07B-71B2-48FE-82D0-B33C98513548}" dt="2026-05-17T20:45:26.696" v="4846" actId="14100"/>
          <ac:spMkLst>
            <pc:docMk/>
            <pc:sldMk cId="1416411392" sldId="258"/>
            <ac:spMk id="370" creationId="{231490D6-3294-79D4-1AC2-227DEE434C66}"/>
          </ac:spMkLst>
        </pc:spChg>
        <pc:spChg chg="mod">
          <ac:chgData name="Collins Ewere" userId="e94e068d-ffec-4a34-a677-ac8690c9bae7" providerId="ADAL" clId="{F09DC07B-71B2-48FE-82D0-B33C98513548}" dt="2026-05-17T20:45:30.663" v="4847" actId="1076"/>
          <ac:spMkLst>
            <pc:docMk/>
            <pc:sldMk cId="1416411392" sldId="258"/>
            <ac:spMk id="371" creationId="{E6A54FAC-87D8-858E-8C33-610A3477D32B}"/>
          </ac:spMkLst>
        </pc:spChg>
        <pc:spChg chg="mod topLvl">
          <ac:chgData name="Collins Ewere" userId="e94e068d-ffec-4a34-a677-ac8690c9bae7" providerId="ADAL" clId="{F09DC07B-71B2-48FE-82D0-B33C98513548}" dt="2026-05-17T20:46:12.790" v="4855" actId="1038"/>
          <ac:spMkLst>
            <pc:docMk/>
            <pc:sldMk cId="1416411392" sldId="258"/>
            <ac:spMk id="372" creationId="{9EDC2396-D529-BF52-EA63-EA6FF46F3221}"/>
          </ac:spMkLst>
        </pc:spChg>
        <pc:spChg chg="mod topLvl">
          <ac:chgData name="Collins Ewere" userId="e94e068d-ffec-4a34-a677-ac8690c9bae7" providerId="ADAL" clId="{F09DC07B-71B2-48FE-82D0-B33C98513548}" dt="2026-05-17T20:45:52.901" v="4851" actId="1076"/>
          <ac:spMkLst>
            <pc:docMk/>
            <pc:sldMk cId="1416411392" sldId="258"/>
            <ac:spMk id="373" creationId="{41F48A57-E640-271D-DA0B-E8EA28B77EED}"/>
          </ac:spMkLst>
        </pc:spChg>
        <pc:spChg chg="mod ord">
          <ac:chgData name="Collins Ewere" userId="e94e068d-ffec-4a34-a677-ac8690c9bae7" providerId="ADAL" clId="{F09DC07B-71B2-48FE-82D0-B33C98513548}" dt="2026-05-17T21:03:13.848" v="4953" actId="5793"/>
          <ac:spMkLst>
            <pc:docMk/>
            <pc:sldMk cId="1416411392" sldId="258"/>
            <ac:spMk id="374" creationId="{C7DB4A79-E239-3752-A9BD-42CD21FDA184}"/>
          </ac:spMkLst>
        </pc:spChg>
        <pc:grpChg chg="add mod">
          <ac:chgData name="Collins Ewere" userId="e94e068d-ffec-4a34-a677-ac8690c9bae7" providerId="ADAL" clId="{F09DC07B-71B2-48FE-82D0-B33C98513548}" dt="2026-05-17T20:08:32.741" v="1513" actId="164"/>
          <ac:grpSpMkLst>
            <pc:docMk/>
            <pc:sldMk cId="1416411392" sldId="258"/>
            <ac:grpSpMk id="8" creationId="{3E809E50-EE0A-CF19-39C5-8AAB7E77471D}"/>
          </ac:grpSpMkLst>
        </pc:grpChg>
        <pc:grpChg chg="add mod">
          <ac:chgData name="Collins Ewere" userId="e94e068d-ffec-4a34-a677-ac8690c9bae7" providerId="ADAL" clId="{F09DC07B-71B2-48FE-82D0-B33C98513548}" dt="2026-05-17T19:54:19.232" v="1346" actId="164"/>
          <ac:grpSpMkLst>
            <pc:docMk/>
            <pc:sldMk cId="1416411392" sldId="258"/>
            <ac:grpSpMk id="12" creationId="{41707BBC-6BF5-DA51-A08D-EC6C1D844B21}"/>
          </ac:grpSpMkLst>
        </pc:grpChg>
        <pc:grpChg chg="add del mod">
          <ac:chgData name="Collins Ewere" userId="e94e068d-ffec-4a34-a677-ac8690c9bae7" providerId="ADAL" clId="{F09DC07B-71B2-48FE-82D0-B33C98513548}" dt="2026-05-17T19:54:51.837" v="1350" actId="478"/>
          <ac:grpSpMkLst>
            <pc:docMk/>
            <pc:sldMk cId="1416411392" sldId="258"/>
            <ac:grpSpMk id="13" creationId="{38E56C9F-4E90-D305-C842-433D0DAA664E}"/>
          </ac:grpSpMkLst>
        </pc:grpChg>
        <pc:grpChg chg="add mod">
          <ac:chgData name="Collins Ewere" userId="e94e068d-ffec-4a34-a677-ac8690c9bae7" providerId="ADAL" clId="{F09DC07B-71B2-48FE-82D0-B33C98513548}" dt="2026-05-17T20:13:34.406" v="1550" actId="164"/>
          <ac:grpSpMkLst>
            <pc:docMk/>
            <pc:sldMk cId="1416411392" sldId="258"/>
            <ac:grpSpMk id="14" creationId="{2C645314-2ADD-B663-A7E7-93F2EFADE3C7}"/>
          </ac:grpSpMkLst>
        </pc:grpChg>
        <pc:grpChg chg="add mod">
          <ac:chgData name="Collins Ewere" userId="e94e068d-ffec-4a34-a677-ac8690c9bae7" providerId="ADAL" clId="{F09DC07B-71B2-48FE-82D0-B33C98513548}" dt="2026-05-17T19:55:43.185" v="1359" actId="164"/>
          <ac:grpSpMkLst>
            <pc:docMk/>
            <pc:sldMk cId="1416411392" sldId="258"/>
            <ac:grpSpMk id="15" creationId="{44588B73-B160-5249-CCD5-3E110B981DBC}"/>
          </ac:grpSpMkLst>
        </pc:grpChg>
        <pc:grpChg chg="add mod">
          <ac:chgData name="Collins Ewere" userId="e94e068d-ffec-4a34-a677-ac8690c9bae7" providerId="ADAL" clId="{F09DC07B-71B2-48FE-82D0-B33C98513548}" dt="2026-05-17T20:13:34.406" v="1550" actId="164"/>
          <ac:grpSpMkLst>
            <pc:docMk/>
            <pc:sldMk cId="1416411392" sldId="258"/>
            <ac:grpSpMk id="16" creationId="{A7BC4470-5BC8-681A-1380-037B7FBE4413}"/>
          </ac:grpSpMkLst>
        </pc:grpChg>
        <pc:grpChg chg="add mod">
          <ac:chgData name="Collins Ewere" userId="e94e068d-ffec-4a34-a677-ac8690c9bae7" providerId="ADAL" clId="{F09DC07B-71B2-48FE-82D0-B33C98513548}" dt="2026-05-17T20:13:34.406" v="1550" actId="164"/>
          <ac:grpSpMkLst>
            <pc:docMk/>
            <pc:sldMk cId="1416411392" sldId="258"/>
            <ac:grpSpMk id="17" creationId="{68FF3157-15D4-AF88-4956-C1D4E06CC31E}"/>
          </ac:grpSpMkLst>
        </pc:grpChg>
        <pc:grpChg chg="add mod">
          <ac:chgData name="Collins Ewere" userId="e94e068d-ffec-4a34-a677-ac8690c9bae7" providerId="ADAL" clId="{F09DC07B-71B2-48FE-82D0-B33C98513548}" dt="2026-05-17T20:13:34.406" v="1550" actId="164"/>
          <ac:grpSpMkLst>
            <pc:docMk/>
            <pc:sldMk cId="1416411392" sldId="258"/>
            <ac:grpSpMk id="18" creationId="{0E28E541-15B7-C48A-F36A-36E547B59417}"/>
          </ac:grpSpMkLst>
        </pc:grpChg>
        <pc:grpChg chg="add mod">
          <ac:chgData name="Collins Ewere" userId="e94e068d-ffec-4a34-a677-ac8690c9bae7" providerId="ADAL" clId="{F09DC07B-71B2-48FE-82D0-B33C98513548}" dt="2026-05-17T19:57:12.891" v="1369" actId="164"/>
          <ac:grpSpMkLst>
            <pc:docMk/>
            <pc:sldMk cId="1416411392" sldId="258"/>
            <ac:grpSpMk id="19" creationId="{EEA43F3C-C3DF-DEC8-84AA-B1B237B53848}"/>
          </ac:grpSpMkLst>
        </pc:grpChg>
        <pc:grpChg chg="add mod">
          <ac:chgData name="Collins Ewere" userId="e94e068d-ffec-4a34-a677-ac8690c9bae7" providerId="ADAL" clId="{F09DC07B-71B2-48FE-82D0-B33C98513548}" dt="2026-05-17T20:13:34.406" v="1550" actId="164"/>
          <ac:grpSpMkLst>
            <pc:docMk/>
            <pc:sldMk cId="1416411392" sldId="258"/>
            <ac:grpSpMk id="20" creationId="{677A9637-814E-1C76-0ADC-3258DC19AB6C}"/>
          </ac:grpSpMkLst>
        </pc:grpChg>
        <pc:grpChg chg="add mod">
          <ac:chgData name="Collins Ewere" userId="e94e068d-ffec-4a34-a677-ac8690c9bae7" providerId="ADAL" clId="{F09DC07B-71B2-48FE-82D0-B33C98513548}" dt="2026-05-17T20:13:34.406" v="1550" actId="164"/>
          <ac:grpSpMkLst>
            <pc:docMk/>
            <pc:sldMk cId="1416411392" sldId="258"/>
            <ac:grpSpMk id="21" creationId="{5902D455-1A4A-2C49-267F-C44348E82FAD}"/>
          </ac:grpSpMkLst>
        </pc:grpChg>
        <pc:grpChg chg="add mod">
          <ac:chgData name="Collins Ewere" userId="e94e068d-ffec-4a34-a677-ac8690c9bae7" providerId="ADAL" clId="{F09DC07B-71B2-48FE-82D0-B33C98513548}" dt="2026-05-17T20:00:41.608" v="1419" actId="164"/>
          <ac:grpSpMkLst>
            <pc:docMk/>
            <pc:sldMk cId="1416411392" sldId="258"/>
            <ac:grpSpMk id="22" creationId="{38FE35C1-2B4A-7218-0E46-FC9643A50B01}"/>
          </ac:grpSpMkLst>
        </pc:grpChg>
        <pc:grpChg chg="add mod">
          <ac:chgData name="Collins Ewere" userId="e94e068d-ffec-4a34-a677-ac8690c9bae7" providerId="ADAL" clId="{F09DC07B-71B2-48FE-82D0-B33C98513548}" dt="2026-05-17T20:13:59.372" v="1552" actId="164"/>
          <ac:grpSpMkLst>
            <pc:docMk/>
            <pc:sldMk cId="1416411392" sldId="258"/>
            <ac:grpSpMk id="23" creationId="{353C112E-4718-C5A0-0D67-5AF9A56F8D61}"/>
          </ac:grpSpMkLst>
        </pc:grpChg>
        <pc:grpChg chg="add mod">
          <ac:chgData name="Collins Ewere" userId="e94e068d-ffec-4a34-a677-ac8690c9bae7" providerId="ADAL" clId="{F09DC07B-71B2-48FE-82D0-B33C98513548}" dt="2026-05-17T20:01:54.798" v="1427" actId="164"/>
          <ac:grpSpMkLst>
            <pc:docMk/>
            <pc:sldMk cId="1416411392" sldId="258"/>
            <ac:grpSpMk id="28" creationId="{971A714C-979A-2A44-644B-378B964299A0}"/>
          </ac:grpSpMkLst>
        </pc:grpChg>
        <pc:grpChg chg="add mod">
          <ac:chgData name="Collins Ewere" userId="e94e068d-ffec-4a34-a677-ac8690c9bae7" providerId="ADAL" clId="{F09DC07B-71B2-48FE-82D0-B33C98513548}" dt="2026-05-17T20:13:59.372" v="1552" actId="164"/>
          <ac:grpSpMkLst>
            <pc:docMk/>
            <pc:sldMk cId="1416411392" sldId="258"/>
            <ac:grpSpMk id="29" creationId="{5085F143-5DBA-C4A6-D4F8-D63507CB627D}"/>
          </ac:grpSpMkLst>
        </pc:grpChg>
        <pc:grpChg chg="add mod">
          <ac:chgData name="Collins Ewere" userId="e94e068d-ffec-4a34-a677-ac8690c9bae7" providerId="ADAL" clId="{F09DC07B-71B2-48FE-82D0-B33C98513548}" dt="2026-05-17T20:03:55.807" v="1498" actId="164"/>
          <ac:grpSpMkLst>
            <pc:docMk/>
            <pc:sldMk cId="1416411392" sldId="258"/>
            <ac:grpSpMk id="30" creationId="{B2D6B3B7-1545-9E2F-A264-B1DB62D07377}"/>
          </ac:grpSpMkLst>
        </pc:grpChg>
        <pc:grpChg chg="add mod">
          <ac:chgData name="Collins Ewere" userId="e94e068d-ffec-4a34-a677-ac8690c9bae7" providerId="ADAL" clId="{F09DC07B-71B2-48FE-82D0-B33C98513548}" dt="2026-05-17T20:13:59.372" v="1552" actId="164"/>
          <ac:grpSpMkLst>
            <pc:docMk/>
            <pc:sldMk cId="1416411392" sldId="258"/>
            <ac:grpSpMk id="31" creationId="{83017C52-D7C0-C5B8-651D-91BF8C48D0F2}"/>
          </ac:grpSpMkLst>
        </pc:grpChg>
        <pc:grpChg chg="mod">
          <ac:chgData name="Collins Ewere" userId="e94e068d-ffec-4a34-a677-ac8690c9bae7" providerId="ADAL" clId="{F09DC07B-71B2-48FE-82D0-B33C98513548}" dt="2026-05-17T20:07:42.888" v="1510" actId="164"/>
          <ac:grpSpMkLst>
            <pc:docMk/>
            <pc:sldMk cId="1416411392" sldId="258"/>
            <ac:grpSpMk id="32" creationId="{38C0A79A-E46D-A1A2-8EB7-9F2CEB49919E}"/>
          </ac:grpSpMkLst>
        </pc:grpChg>
        <pc:grpChg chg="add mod">
          <ac:chgData name="Collins Ewere" userId="e94e068d-ffec-4a34-a677-ac8690c9bae7" providerId="ADAL" clId="{F09DC07B-71B2-48FE-82D0-B33C98513548}" dt="2026-05-17T20:13:59.372" v="1552" actId="164"/>
          <ac:grpSpMkLst>
            <pc:docMk/>
            <pc:sldMk cId="1416411392" sldId="258"/>
            <ac:grpSpMk id="33" creationId="{9D5A5A13-B95F-C0E4-67DD-6BB499F59130}"/>
          </ac:grpSpMkLst>
        </pc:grpChg>
        <pc:grpChg chg="add mod">
          <ac:chgData name="Collins Ewere" userId="e94e068d-ffec-4a34-a677-ac8690c9bae7" providerId="ADAL" clId="{F09DC07B-71B2-48FE-82D0-B33C98513548}" dt="2026-05-17T21:00:53.581" v="4900" actId="1076"/>
          <ac:grpSpMkLst>
            <pc:docMk/>
            <pc:sldMk cId="1416411392" sldId="258"/>
            <ac:grpSpMk id="34" creationId="{1DD77A5B-F957-DFD5-D105-DA9BB3313806}"/>
          </ac:grpSpMkLst>
        </pc:grpChg>
        <pc:grpChg chg="add mod">
          <ac:chgData name="Collins Ewere" userId="e94e068d-ffec-4a34-a677-ac8690c9bae7" providerId="ADAL" clId="{F09DC07B-71B2-48FE-82D0-B33C98513548}" dt="2026-05-17T20:10:34.986" v="1536" actId="164"/>
          <ac:grpSpMkLst>
            <pc:docMk/>
            <pc:sldMk cId="1416411392" sldId="258"/>
            <ac:grpSpMk id="35" creationId="{510EF904-071E-5A46-5A21-F2DA57F0ADF0}"/>
          </ac:grpSpMkLst>
        </pc:grpChg>
        <pc:grpChg chg="mod">
          <ac:chgData name="Collins Ewere" userId="e94e068d-ffec-4a34-a677-ac8690c9bae7" providerId="ADAL" clId="{F09DC07B-71B2-48FE-82D0-B33C98513548}" dt="2026-05-17T20:12:53.219" v="1547" actId="1076"/>
          <ac:grpSpMkLst>
            <pc:docMk/>
            <pc:sldMk cId="1416411392" sldId="258"/>
            <ac:grpSpMk id="36" creationId="{7C3D8644-655C-AF53-776F-EDBCED87584E}"/>
          </ac:grpSpMkLst>
        </pc:grpChg>
        <pc:grpChg chg="add mod">
          <ac:chgData name="Collins Ewere" userId="e94e068d-ffec-4a34-a677-ac8690c9bae7" providerId="ADAL" clId="{F09DC07B-71B2-48FE-82D0-B33C98513548}" dt="2026-05-17T20:13:16.646" v="1548" actId="164"/>
          <ac:grpSpMkLst>
            <pc:docMk/>
            <pc:sldMk cId="1416411392" sldId="258"/>
            <ac:grpSpMk id="37" creationId="{0EEF8183-D852-3CCB-1B9B-721DE7CC5C51}"/>
          </ac:grpSpMkLst>
        </pc:grpChg>
        <pc:grpChg chg="add mod">
          <ac:chgData name="Collins Ewere" userId="e94e068d-ffec-4a34-a677-ac8690c9bae7" providerId="ADAL" clId="{F09DC07B-71B2-48FE-82D0-B33C98513548}" dt="2026-05-17T20:13:41.268" v="1551" actId="1076"/>
          <ac:grpSpMkLst>
            <pc:docMk/>
            <pc:sldMk cId="1416411392" sldId="258"/>
            <ac:grpSpMk id="38" creationId="{B64A6E45-C3EE-813E-00E5-A1A13AB43003}"/>
          </ac:grpSpMkLst>
        </pc:grpChg>
        <pc:grpChg chg="add mod">
          <ac:chgData name="Collins Ewere" userId="e94e068d-ffec-4a34-a677-ac8690c9bae7" providerId="ADAL" clId="{F09DC07B-71B2-48FE-82D0-B33C98513548}" dt="2026-05-17T21:00:58.871" v="4903" actId="1076"/>
          <ac:grpSpMkLst>
            <pc:docMk/>
            <pc:sldMk cId="1416411392" sldId="258"/>
            <ac:grpSpMk id="39" creationId="{47AA2DDC-4910-F02E-7708-DFE193235449}"/>
          </ac:grpSpMkLst>
        </pc:grpChg>
        <pc:grpChg chg="add del mod">
          <ac:chgData name="Collins Ewere" userId="e94e068d-ffec-4a34-a677-ac8690c9bae7" providerId="ADAL" clId="{F09DC07B-71B2-48FE-82D0-B33C98513548}" dt="2026-05-17T20:16:14.348" v="1564" actId="165"/>
          <ac:grpSpMkLst>
            <pc:docMk/>
            <pc:sldMk cId="1416411392" sldId="258"/>
            <ac:grpSpMk id="40" creationId="{22DF5092-4B06-8615-16EB-FA9D8B4301E9}"/>
          </ac:grpSpMkLst>
        </pc:grpChg>
        <pc:grpChg chg="add del mod">
          <ac:chgData name="Collins Ewere" userId="e94e068d-ffec-4a34-a677-ac8690c9bae7" providerId="ADAL" clId="{F09DC07B-71B2-48FE-82D0-B33C98513548}" dt="2026-05-17T20:18:05.232" v="1587" actId="165"/>
          <ac:grpSpMkLst>
            <pc:docMk/>
            <pc:sldMk cId="1416411392" sldId="258"/>
            <ac:grpSpMk id="45" creationId="{6CE1AA59-03C5-A9D8-DBE3-C2C22769365F}"/>
          </ac:grpSpMkLst>
        </pc:grpChg>
        <pc:grpChg chg="add mod">
          <ac:chgData name="Collins Ewere" userId="e94e068d-ffec-4a34-a677-ac8690c9bae7" providerId="ADAL" clId="{F09DC07B-71B2-48FE-82D0-B33C98513548}" dt="2026-05-17T20:19:03.413" v="1590" actId="164"/>
          <ac:grpSpMkLst>
            <pc:docMk/>
            <pc:sldMk cId="1416411392" sldId="258"/>
            <ac:grpSpMk id="46" creationId="{77CC9DD6-3790-82C7-7CEB-0B4AB61A9E28}"/>
          </ac:grpSpMkLst>
        </pc:grpChg>
        <pc:grpChg chg="add mod">
          <ac:chgData name="Collins Ewere" userId="e94e068d-ffec-4a34-a677-ac8690c9bae7" providerId="ADAL" clId="{F09DC07B-71B2-48FE-82D0-B33C98513548}" dt="2026-05-17T21:01:51.194" v="4910" actId="1076"/>
          <ac:grpSpMkLst>
            <pc:docMk/>
            <pc:sldMk cId="1416411392" sldId="258"/>
            <ac:grpSpMk id="47" creationId="{963D1AA5-230D-2C42-6D77-F134381A93D3}"/>
          </ac:grpSpMkLst>
        </pc:grpChg>
        <pc:grpChg chg="add mod">
          <ac:chgData name="Collins Ewere" userId="e94e068d-ffec-4a34-a677-ac8690c9bae7" providerId="ADAL" clId="{F09DC07B-71B2-48FE-82D0-B33C98513548}" dt="2026-05-17T20:19:35.247" v="1593" actId="1076"/>
          <ac:grpSpMkLst>
            <pc:docMk/>
            <pc:sldMk cId="1416411392" sldId="258"/>
            <ac:grpSpMk id="48" creationId="{AA406B3E-A6C5-108A-2795-996EB9BD0954}"/>
          </ac:grpSpMkLst>
        </pc:grpChg>
        <pc:grpChg chg="add mod">
          <ac:chgData name="Collins Ewere" userId="e94e068d-ffec-4a34-a677-ac8690c9bae7" providerId="ADAL" clId="{F09DC07B-71B2-48FE-82D0-B33C98513548}" dt="2026-05-17T20:27:34.169" v="2428" actId="1076"/>
          <ac:grpSpMkLst>
            <pc:docMk/>
            <pc:sldMk cId="1416411392" sldId="258"/>
            <ac:grpSpMk id="51" creationId="{13C18014-FA4D-FA22-77D6-C299386E7525}"/>
          </ac:grpSpMkLst>
        </pc:grpChg>
        <pc:grpChg chg="mod">
          <ac:chgData name="Collins Ewere" userId="e94e068d-ffec-4a34-a677-ac8690c9bae7" providerId="ADAL" clId="{F09DC07B-71B2-48FE-82D0-B33C98513548}" dt="2026-05-17T20:08:32.741" v="1513" actId="164"/>
          <ac:grpSpMkLst>
            <pc:docMk/>
            <pc:sldMk cId="1416411392" sldId="258"/>
            <ac:grpSpMk id="358" creationId="{8D0D6644-44C1-3141-6092-F7771B5361C1}"/>
          </ac:grpSpMkLst>
        </pc:grpChg>
        <pc:grpChg chg="mod">
          <ac:chgData name="Collins Ewere" userId="e94e068d-ffec-4a34-a677-ac8690c9bae7" providerId="ADAL" clId="{F09DC07B-71B2-48FE-82D0-B33C98513548}" dt="2026-05-17T20:08:32.741" v="1513" actId="164"/>
          <ac:grpSpMkLst>
            <pc:docMk/>
            <pc:sldMk cId="1416411392" sldId="258"/>
            <ac:grpSpMk id="359" creationId="{8F87FBFE-31D8-B541-0042-56A9B4D0E54F}"/>
          </ac:grpSpMkLst>
        </pc:grpChg>
        <pc:graphicFrameChg chg="mod">
          <ac:chgData name="Collins Ewere" userId="e94e068d-ffec-4a34-a677-ac8690c9bae7" providerId="ADAL" clId="{F09DC07B-71B2-48FE-82D0-B33C98513548}" dt="2026-05-17T20:08:32.741" v="1513" actId="164"/>
          <ac:graphicFrameMkLst>
            <pc:docMk/>
            <pc:sldMk cId="1416411392" sldId="258"/>
            <ac:graphicFrameMk id="348" creationId="{535C660A-8CAF-EE9A-D047-1330D774B975}"/>
          </ac:graphicFrameMkLst>
        </pc:graphicFrameChg>
        <pc:graphicFrameChg chg="mod">
          <ac:chgData name="Collins Ewere" userId="e94e068d-ffec-4a34-a677-ac8690c9bae7" providerId="ADAL" clId="{F09DC07B-71B2-48FE-82D0-B33C98513548}" dt="2026-05-17T20:08:32.741" v="1513" actId="164"/>
          <ac:graphicFrameMkLst>
            <pc:docMk/>
            <pc:sldMk cId="1416411392" sldId="258"/>
            <ac:graphicFrameMk id="351" creationId="{0F548A35-654C-71EA-7502-E0D2AF5DB779}"/>
          </ac:graphicFrameMkLst>
        </pc:graphicFrameChg>
        <pc:picChg chg="add mod">
          <ac:chgData name="Collins Ewere" userId="e94e068d-ffec-4a34-a677-ac8690c9bae7" providerId="ADAL" clId="{F09DC07B-71B2-48FE-82D0-B33C98513548}" dt="2026-05-17T19:54:43.693" v="1347" actId="164"/>
          <ac:picMkLst>
            <pc:docMk/>
            <pc:sldMk cId="1416411392" sldId="258"/>
            <ac:picMk id="11" creationId="{493A8422-46CC-224E-3FA1-3E0A3F0BC2D1}"/>
          </ac:picMkLst>
        </pc:picChg>
        <pc:picChg chg="add mod">
          <ac:chgData name="Collins Ewere" userId="e94e068d-ffec-4a34-a677-ac8690c9bae7" providerId="ADAL" clId="{F09DC07B-71B2-48FE-82D0-B33C98513548}" dt="2026-05-17T20:01:28.013" v="1423" actId="571"/>
          <ac:picMkLst>
            <pc:docMk/>
            <pc:sldMk cId="1416411392" sldId="258"/>
            <ac:picMk id="25" creationId="{E41CF9B8-6600-98EC-779A-FBA3055BEC64}"/>
          </ac:picMkLst>
        </pc:picChg>
        <pc:picChg chg="add mod">
          <ac:chgData name="Collins Ewere" userId="e94e068d-ffec-4a34-a677-ac8690c9bae7" providerId="ADAL" clId="{F09DC07B-71B2-48FE-82D0-B33C98513548}" dt="2026-05-17T20:01:28.013" v="1423" actId="571"/>
          <ac:picMkLst>
            <pc:docMk/>
            <pc:sldMk cId="1416411392" sldId="258"/>
            <ac:picMk id="26" creationId="{DEC0552B-C9CA-A814-762D-7D8D85211123}"/>
          </ac:picMkLst>
        </pc:picChg>
        <pc:picChg chg="add mod">
          <ac:chgData name="Collins Ewere" userId="e94e068d-ffec-4a34-a677-ac8690c9bae7" providerId="ADAL" clId="{F09DC07B-71B2-48FE-82D0-B33C98513548}" dt="2026-05-17T20:01:28.013" v="1423" actId="571"/>
          <ac:picMkLst>
            <pc:docMk/>
            <pc:sldMk cId="1416411392" sldId="258"/>
            <ac:picMk id="27" creationId="{820C0B1B-3D17-FBF8-7776-99B42BD9932E}"/>
          </ac:picMkLst>
        </pc:picChg>
        <pc:picChg chg="add mod">
          <ac:chgData name="Collins Ewere" userId="e94e068d-ffec-4a34-a677-ac8690c9bae7" providerId="ADAL" clId="{F09DC07B-71B2-48FE-82D0-B33C98513548}" dt="2026-05-17T21:02:23.649" v="4915" actId="1076"/>
          <ac:picMkLst>
            <pc:docMk/>
            <pc:sldMk cId="1416411392" sldId="258"/>
            <ac:picMk id="54" creationId="{154D41FD-C252-D029-1B12-A52B1D1A8B71}"/>
          </ac:picMkLst>
        </pc:picChg>
        <pc:picChg chg="add mod">
          <ac:chgData name="Collins Ewere" userId="e94e068d-ffec-4a34-a677-ac8690c9bae7" providerId="ADAL" clId="{F09DC07B-71B2-48FE-82D0-B33C98513548}" dt="2026-05-17T21:00:14.435" v="4894" actId="1076"/>
          <ac:picMkLst>
            <pc:docMk/>
            <pc:sldMk cId="1416411392" sldId="258"/>
            <ac:picMk id="56" creationId="{9243B83E-B93E-9712-6A0E-29B6DC09EB0B}"/>
          </ac:picMkLst>
        </pc:picChg>
        <pc:picChg chg="add mod">
          <ac:chgData name="Collins Ewere" userId="e94e068d-ffec-4a34-a677-ac8690c9bae7" providerId="ADAL" clId="{F09DC07B-71B2-48FE-82D0-B33C98513548}" dt="2026-05-17T21:00:54.495" v="4901" actId="1076"/>
          <ac:picMkLst>
            <pc:docMk/>
            <pc:sldMk cId="1416411392" sldId="258"/>
            <ac:picMk id="58" creationId="{1C8C0F59-DB63-90E5-265C-A6CDFA875D2F}"/>
          </ac:picMkLst>
        </pc:picChg>
        <pc:picChg chg="add mod">
          <ac:chgData name="Collins Ewere" userId="e94e068d-ffec-4a34-a677-ac8690c9bae7" providerId="ADAL" clId="{F09DC07B-71B2-48FE-82D0-B33C98513548}" dt="2026-05-17T21:01:24.647" v="4904" actId="931"/>
          <ac:picMkLst>
            <pc:docMk/>
            <pc:sldMk cId="1416411392" sldId="258"/>
            <ac:picMk id="60" creationId="{C64EF4B4-B310-497C-300F-68CF4218F679}"/>
          </ac:picMkLst>
        </pc:picChg>
        <pc:picChg chg="add mod">
          <ac:chgData name="Collins Ewere" userId="e94e068d-ffec-4a34-a677-ac8690c9bae7" providerId="ADAL" clId="{F09DC07B-71B2-48FE-82D0-B33C98513548}" dt="2026-05-17T21:02:17.138" v="4914" actId="1076"/>
          <ac:picMkLst>
            <pc:docMk/>
            <pc:sldMk cId="1416411392" sldId="258"/>
            <ac:picMk id="62" creationId="{6C5F8C2B-3E4D-1FAC-D7D2-B6670441FE74}"/>
          </ac:picMkLst>
        </pc:picChg>
        <pc:picChg chg="mod">
          <ac:chgData name="Collins Ewere" userId="e94e068d-ffec-4a34-a677-ac8690c9bae7" providerId="ADAL" clId="{F09DC07B-71B2-48FE-82D0-B33C98513548}" dt="2026-05-17T20:38:39.642" v="4195" actId="1076"/>
          <ac:picMkLst>
            <pc:docMk/>
            <pc:sldMk cId="1416411392" sldId="258"/>
            <ac:picMk id="196" creationId="{24802209-799C-92E5-E0D9-F3BF93DA18CA}"/>
          </ac:picMkLst>
        </pc:picChg>
        <pc:picChg chg="mod">
          <ac:chgData name="Collins Ewere" userId="e94e068d-ffec-4a34-a677-ac8690c9bae7" providerId="ADAL" clId="{F09DC07B-71B2-48FE-82D0-B33C98513548}" dt="2026-05-17T20:12:23.591" v="1543" actId="164"/>
          <ac:picMkLst>
            <pc:docMk/>
            <pc:sldMk cId="1416411392" sldId="258"/>
            <ac:picMk id="197" creationId="{0ED201ED-B885-5843-78DB-7606574FC6B0}"/>
          </ac:picMkLst>
        </pc:picChg>
        <pc:picChg chg="mod">
          <ac:chgData name="Collins Ewere" userId="e94e068d-ffec-4a34-a677-ac8690c9bae7" providerId="ADAL" clId="{F09DC07B-71B2-48FE-82D0-B33C98513548}" dt="2026-05-17T20:13:34.406" v="1550" actId="164"/>
          <ac:picMkLst>
            <pc:docMk/>
            <pc:sldMk cId="1416411392" sldId="258"/>
            <ac:picMk id="205" creationId="{F5145CDE-F3A9-EF8C-CB1F-AB53A396A447}"/>
          </ac:picMkLst>
        </pc:picChg>
        <pc:picChg chg="mod">
          <ac:chgData name="Collins Ewere" userId="e94e068d-ffec-4a34-a677-ac8690c9bae7" providerId="ADAL" clId="{F09DC07B-71B2-48FE-82D0-B33C98513548}" dt="2026-05-17T19:55:59.961" v="1360" actId="164"/>
          <ac:picMkLst>
            <pc:docMk/>
            <pc:sldMk cId="1416411392" sldId="258"/>
            <ac:picMk id="208" creationId="{95674B1D-A178-412D-3BD9-FECE3DC3D78D}"/>
          </ac:picMkLst>
        </pc:picChg>
        <pc:picChg chg="mod">
          <ac:chgData name="Collins Ewere" userId="e94e068d-ffec-4a34-a677-ac8690c9bae7" providerId="ADAL" clId="{F09DC07B-71B2-48FE-82D0-B33C98513548}" dt="2026-05-17T19:56:14.967" v="1362" actId="164"/>
          <ac:picMkLst>
            <pc:docMk/>
            <pc:sldMk cId="1416411392" sldId="258"/>
            <ac:picMk id="212" creationId="{C2E42538-1457-60A4-3718-0CFF25DE8B6C}"/>
          </ac:picMkLst>
        </pc:picChg>
        <pc:picChg chg="mod">
          <ac:chgData name="Collins Ewere" userId="e94e068d-ffec-4a34-a677-ac8690c9bae7" providerId="ADAL" clId="{F09DC07B-71B2-48FE-82D0-B33C98513548}" dt="2026-05-17T19:56:40.005" v="1364" actId="164"/>
          <ac:picMkLst>
            <pc:docMk/>
            <pc:sldMk cId="1416411392" sldId="258"/>
            <ac:picMk id="222" creationId="{EBF6177E-0C17-B029-1BCB-B8CDB60E426E}"/>
          </ac:picMkLst>
        </pc:picChg>
        <pc:picChg chg="mod">
          <ac:chgData name="Collins Ewere" userId="e94e068d-ffec-4a34-a677-ac8690c9bae7" providerId="ADAL" clId="{F09DC07B-71B2-48FE-82D0-B33C98513548}" dt="2026-05-17T19:57:23.269" v="1370" actId="164"/>
          <ac:picMkLst>
            <pc:docMk/>
            <pc:sldMk cId="1416411392" sldId="258"/>
            <ac:picMk id="223" creationId="{105F8CD8-65A1-0E8E-F9A7-4201750C7A0E}"/>
          </ac:picMkLst>
        </pc:picChg>
        <pc:picChg chg="mod">
          <ac:chgData name="Collins Ewere" userId="e94e068d-ffec-4a34-a677-ac8690c9bae7" providerId="ADAL" clId="{F09DC07B-71B2-48FE-82D0-B33C98513548}" dt="2026-05-17T19:57:58.710" v="1373" actId="164"/>
          <ac:picMkLst>
            <pc:docMk/>
            <pc:sldMk cId="1416411392" sldId="258"/>
            <ac:picMk id="224" creationId="{B740A1B4-A6B8-F04C-C245-516240F3D276}"/>
          </ac:picMkLst>
        </pc:picChg>
        <pc:picChg chg="mod">
          <ac:chgData name="Collins Ewere" userId="e94e068d-ffec-4a34-a677-ac8690c9bae7" providerId="ADAL" clId="{F09DC07B-71B2-48FE-82D0-B33C98513548}" dt="2026-05-17T20:13:59.372" v="1552" actId="164"/>
          <ac:picMkLst>
            <pc:docMk/>
            <pc:sldMk cId="1416411392" sldId="258"/>
            <ac:picMk id="226" creationId="{292A4286-A8A9-59AA-9FB1-D778F90D779A}"/>
          </ac:picMkLst>
        </pc:picChg>
        <pc:picChg chg="mod">
          <ac:chgData name="Collins Ewere" userId="e94e068d-ffec-4a34-a677-ac8690c9bae7" providerId="ADAL" clId="{F09DC07B-71B2-48FE-82D0-B33C98513548}" dt="2026-05-17T19:55:43.185" v="1359" actId="164"/>
          <ac:picMkLst>
            <pc:docMk/>
            <pc:sldMk cId="1416411392" sldId="258"/>
            <ac:picMk id="256" creationId="{3BF0D43E-A591-276B-91E2-961860B5B146}"/>
          </ac:picMkLst>
        </pc:picChg>
        <pc:picChg chg="mod">
          <ac:chgData name="Collins Ewere" userId="e94e068d-ffec-4a34-a677-ac8690c9bae7" providerId="ADAL" clId="{F09DC07B-71B2-48FE-82D0-B33C98513548}" dt="2026-05-17T20:01:38.298" v="1424" actId="164"/>
          <ac:picMkLst>
            <pc:docMk/>
            <pc:sldMk cId="1416411392" sldId="258"/>
            <ac:picMk id="277" creationId="{55A618E8-A6EA-17E9-FE46-D767F25B38C2}"/>
          </ac:picMkLst>
        </pc:picChg>
        <pc:picChg chg="mod">
          <ac:chgData name="Collins Ewere" userId="e94e068d-ffec-4a34-a677-ac8690c9bae7" providerId="ADAL" clId="{F09DC07B-71B2-48FE-82D0-B33C98513548}" dt="2026-05-17T20:01:38.298" v="1424" actId="164"/>
          <ac:picMkLst>
            <pc:docMk/>
            <pc:sldMk cId="1416411392" sldId="258"/>
            <ac:picMk id="281" creationId="{CE5A9513-804A-4867-8F5B-482C827C4FAD}"/>
          </ac:picMkLst>
        </pc:picChg>
        <pc:picChg chg="mod">
          <ac:chgData name="Collins Ewere" userId="e94e068d-ffec-4a34-a677-ac8690c9bae7" providerId="ADAL" clId="{F09DC07B-71B2-48FE-82D0-B33C98513548}" dt="2026-05-17T20:01:38.298" v="1424" actId="164"/>
          <ac:picMkLst>
            <pc:docMk/>
            <pc:sldMk cId="1416411392" sldId="258"/>
            <ac:picMk id="283" creationId="{97595096-95F0-A53D-659D-D18DE63C4005}"/>
          </ac:picMkLst>
        </pc:picChg>
        <pc:picChg chg="mod">
          <ac:chgData name="Collins Ewere" userId="e94e068d-ffec-4a34-a677-ac8690c9bae7" providerId="ADAL" clId="{F09DC07B-71B2-48FE-82D0-B33C98513548}" dt="2026-05-17T20:01:38.298" v="1424" actId="164"/>
          <ac:picMkLst>
            <pc:docMk/>
            <pc:sldMk cId="1416411392" sldId="258"/>
            <ac:picMk id="287" creationId="{3E7C0446-7AF3-8805-3713-3B3D67F572DD}"/>
          </ac:picMkLst>
        </pc:picChg>
        <pc:picChg chg="mod">
          <ac:chgData name="Collins Ewere" userId="e94e068d-ffec-4a34-a677-ac8690c9bae7" providerId="ADAL" clId="{F09DC07B-71B2-48FE-82D0-B33C98513548}" dt="2026-05-17T20:03:47.942" v="1495" actId="164"/>
          <ac:picMkLst>
            <pc:docMk/>
            <pc:sldMk cId="1416411392" sldId="258"/>
            <ac:picMk id="295" creationId="{EC075B83-43D4-362C-DED4-1AA3595864CD}"/>
          </ac:picMkLst>
        </pc:picChg>
        <pc:picChg chg="mod">
          <ac:chgData name="Collins Ewere" userId="e94e068d-ffec-4a34-a677-ac8690c9bae7" providerId="ADAL" clId="{F09DC07B-71B2-48FE-82D0-B33C98513548}" dt="2026-05-17T20:03:47.942" v="1495" actId="164"/>
          <ac:picMkLst>
            <pc:docMk/>
            <pc:sldMk cId="1416411392" sldId="258"/>
            <ac:picMk id="302" creationId="{73A94451-309C-9623-8CBD-12FC415E0EEE}"/>
          </ac:picMkLst>
        </pc:picChg>
        <pc:picChg chg="mod">
          <ac:chgData name="Collins Ewere" userId="e94e068d-ffec-4a34-a677-ac8690c9bae7" providerId="ADAL" clId="{F09DC07B-71B2-48FE-82D0-B33C98513548}" dt="2026-05-17T20:03:47.942" v="1495" actId="164"/>
          <ac:picMkLst>
            <pc:docMk/>
            <pc:sldMk cId="1416411392" sldId="258"/>
            <ac:picMk id="305" creationId="{5D878A85-DF5B-26F1-E3C0-0189B256C90F}"/>
          </ac:picMkLst>
        </pc:picChg>
        <pc:picChg chg="mod">
          <ac:chgData name="Collins Ewere" userId="e94e068d-ffec-4a34-a677-ac8690c9bae7" providerId="ADAL" clId="{F09DC07B-71B2-48FE-82D0-B33C98513548}" dt="2026-05-17T20:03:47.942" v="1495" actId="164"/>
          <ac:picMkLst>
            <pc:docMk/>
            <pc:sldMk cId="1416411392" sldId="258"/>
            <ac:picMk id="308" creationId="{96D18975-B196-2A3D-2E00-BAEF9A2B72E0}"/>
          </ac:picMkLst>
        </pc:picChg>
        <pc:picChg chg="mod">
          <ac:chgData name="Collins Ewere" userId="e94e068d-ffec-4a34-a677-ac8690c9bae7" providerId="ADAL" clId="{F09DC07B-71B2-48FE-82D0-B33C98513548}" dt="2026-05-17T20:07:35.565" v="1508" actId="164"/>
          <ac:picMkLst>
            <pc:docMk/>
            <pc:sldMk cId="1416411392" sldId="258"/>
            <ac:picMk id="312" creationId="{09F65D94-8824-0D10-A9C1-F3E0DC4500C2}"/>
          </ac:picMkLst>
        </pc:picChg>
        <pc:picChg chg="mod">
          <ac:chgData name="Collins Ewere" userId="e94e068d-ffec-4a34-a677-ac8690c9bae7" providerId="ADAL" clId="{F09DC07B-71B2-48FE-82D0-B33C98513548}" dt="2026-05-17T20:07:35.565" v="1508" actId="164"/>
          <ac:picMkLst>
            <pc:docMk/>
            <pc:sldMk cId="1416411392" sldId="258"/>
            <ac:picMk id="315" creationId="{B1B8DBC5-1C52-16AD-5A36-35358C0AFC82}"/>
          </ac:picMkLst>
        </pc:picChg>
        <pc:picChg chg="mod">
          <ac:chgData name="Collins Ewere" userId="e94e068d-ffec-4a34-a677-ac8690c9bae7" providerId="ADAL" clId="{F09DC07B-71B2-48FE-82D0-B33C98513548}" dt="2026-05-17T20:07:35.565" v="1508" actId="164"/>
          <ac:picMkLst>
            <pc:docMk/>
            <pc:sldMk cId="1416411392" sldId="258"/>
            <ac:picMk id="317" creationId="{C203222D-D2EF-FF2D-878A-E127D6EAED20}"/>
          </ac:picMkLst>
        </pc:picChg>
        <pc:picChg chg="mod">
          <ac:chgData name="Collins Ewere" userId="e94e068d-ffec-4a34-a677-ac8690c9bae7" providerId="ADAL" clId="{F09DC07B-71B2-48FE-82D0-B33C98513548}" dt="2026-05-17T20:07:35.565" v="1508" actId="164"/>
          <ac:picMkLst>
            <pc:docMk/>
            <pc:sldMk cId="1416411392" sldId="258"/>
            <ac:picMk id="332" creationId="{7CA47973-CADF-D8E7-4554-DB0C14EC1772}"/>
          </ac:picMkLst>
        </pc:picChg>
        <pc:picChg chg="mod">
          <ac:chgData name="Collins Ewere" userId="e94e068d-ffec-4a34-a677-ac8690c9bae7" providerId="ADAL" clId="{F09DC07B-71B2-48FE-82D0-B33C98513548}" dt="2026-05-17T20:07:35.565" v="1508" actId="164"/>
          <ac:picMkLst>
            <pc:docMk/>
            <pc:sldMk cId="1416411392" sldId="258"/>
            <ac:picMk id="333" creationId="{290AD1D3-3A87-4552-3118-C2C015DF84F6}"/>
          </ac:picMkLst>
        </pc:picChg>
        <pc:picChg chg="mod">
          <ac:chgData name="Collins Ewere" userId="e94e068d-ffec-4a34-a677-ac8690c9bae7" providerId="ADAL" clId="{F09DC07B-71B2-48FE-82D0-B33C98513548}" dt="2026-05-17T20:08:32.741" v="1513" actId="164"/>
          <ac:picMkLst>
            <pc:docMk/>
            <pc:sldMk cId="1416411392" sldId="258"/>
            <ac:picMk id="340" creationId="{E8FD3416-40C8-ACDA-183A-38CCBB9240EA}"/>
          </ac:picMkLst>
        </pc:picChg>
        <pc:picChg chg="mod topLvl">
          <ac:chgData name="Collins Ewere" userId="e94e068d-ffec-4a34-a677-ac8690c9bae7" providerId="ADAL" clId="{F09DC07B-71B2-48FE-82D0-B33C98513548}" dt="2026-05-17T20:27:30.609" v="2427" actId="164"/>
          <ac:picMkLst>
            <pc:docMk/>
            <pc:sldMk cId="1416411392" sldId="258"/>
            <ac:picMk id="365" creationId="{B7E1B7B1-AA32-CD6F-104B-6E7FCB3A4C7E}"/>
          </ac:picMkLst>
        </pc:picChg>
        <pc:picChg chg="mod">
          <ac:chgData name="Collins Ewere" userId="e94e068d-ffec-4a34-a677-ac8690c9bae7" providerId="ADAL" clId="{F09DC07B-71B2-48FE-82D0-B33C98513548}" dt="2026-05-17T20:45:09.853" v="4843" actId="1076"/>
          <ac:picMkLst>
            <pc:docMk/>
            <pc:sldMk cId="1416411392" sldId="258"/>
            <ac:picMk id="368" creationId="{D9D5119E-3913-CF62-577E-19A5EB2EC43A}"/>
          </ac:picMkLst>
        </pc:picChg>
        <pc:cxnChg chg="add mod">
          <ac:chgData name="Collins Ewere" userId="e94e068d-ffec-4a34-a677-ac8690c9bae7" providerId="ADAL" clId="{F09DC07B-71B2-48FE-82D0-B33C98513548}" dt="2026-05-17T21:02:30.840" v="4917" actId="13822"/>
          <ac:cxnSpMkLst>
            <pc:docMk/>
            <pc:sldMk cId="1416411392" sldId="258"/>
            <ac:cxnSpMk id="4" creationId="{B68C775D-27B9-ABC0-EA69-BDB2E79A71BD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baseline="0" dirty="0"/>
              <a:t>Average One-Step-Ahead ERROR: Lower MAE/RMSE = Closer Next-Day Forecasts</a:t>
            </a:r>
            <a:endParaRPr lang="en-GB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>
        <c:manualLayout>
          <c:layoutTarget val="inner"/>
          <c:xMode val="edge"/>
          <c:yMode val="edge"/>
          <c:x val="7.0655751968831795E-2"/>
          <c:y val="0.18222120478408152"/>
          <c:w val="0.90480055732417408"/>
          <c:h val="0.716228749485329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Random Walk</c:v>
                </c:pt>
                <c:pt idx="1">
                  <c:v>Linear Regression</c:v>
                </c:pt>
                <c:pt idx="2">
                  <c:v>LSTM</c:v>
                </c:pt>
                <c:pt idx="3">
                  <c:v>LSTM + Sentiment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2.95</c:v>
                </c:pt>
                <c:pt idx="1">
                  <c:v>2.42</c:v>
                </c:pt>
                <c:pt idx="2">
                  <c:v>2.21</c:v>
                </c:pt>
                <c:pt idx="3">
                  <c:v>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86-4AB2-8267-64E723B1FB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Random Walk</c:v>
                </c:pt>
                <c:pt idx="1">
                  <c:v>Linear Regression</c:v>
                </c:pt>
                <c:pt idx="2">
                  <c:v>LSTM</c:v>
                </c:pt>
                <c:pt idx="3">
                  <c:v>LSTM + Sentiment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3.58</c:v>
                </c:pt>
                <c:pt idx="1">
                  <c:v>1.29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86-4AB2-8267-64E723B1FB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473410576"/>
        <c:axId val="1473437936"/>
      </c:barChart>
      <c:catAx>
        <c:axId val="147341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3437936"/>
        <c:crosses val="autoZero"/>
        <c:auto val="1"/>
        <c:lblAlgn val="ctr"/>
        <c:lblOffset val="100"/>
        <c:noMultiLvlLbl val="0"/>
      </c:catAx>
      <c:valAx>
        <c:axId val="1473437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3410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GBM</a:t>
            </a:r>
            <a:r>
              <a:rPr lang="en-US" sz="2400" b="1" baseline="0" dirty="0"/>
              <a:t> Path-Based Error: MAE/RMSE = Simulated Path Closer to Actual Price</a:t>
            </a:r>
          </a:p>
        </c:rich>
      </c:tx>
      <c:layout>
        <c:manualLayout>
          <c:xMode val="edge"/>
          <c:yMode val="edge"/>
          <c:x val="0.18920480872672965"/>
          <c:y val="5.4179310490856084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6053971801501686E-2"/>
          <c:y val="0.12629579584926842"/>
          <c:w val="0.94394602819849827"/>
          <c:h val="0.832165987136997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Basic Monthly GBM</c:v>
                </c:pt>
                <c:pt idx="1">
                  <c:v>Periodic GBM</c:v>
                </c:pt>
                <c:pt idx="2">
                  <c:v>GBM + Sentiment</c:v>
                </c:pt>
                <c:pt idx="3">
                  <c:v>Periodic GBM + Sentiemnt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5.18</c:v>
                </c:pt>
                <c:pt idx="1">
                  <c:v>7.3</c:v>
                </c:pt>
                <c:pt idx="2">
                  <c:v>6.2</c:v>
                </c:pt>
                <c:pt idx="3">
                  <c:v>6.85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23-4015-A26B-07D70ED72D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Basic Monthly GBM</c:v>
                </c:pt>
                <c:pt idx="1">
                  <c:v>Periodic GBM</c:v>
                </c:pt>
                <c:pt idx="2">
                  <c:v>GBM + Sentiment</c:v>
                </c:pt>
                <c:pt idx="3">
                  <c:v>Periodic GBM + Sentiemnt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6.72</c:v>
                </c:pt>
                <c:pt idx="1">
                  <c:v>8.9</c:v>
                </c:pt>
                <c:pt idx="2">
                  <c:v>7.82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23-4015-A26B-07D70ED72D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99211872"/>
        <c:axId val="1499208992"/>
      </c:barChart>
      <c:catAx>
        <c:axId val="1499211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208992"/>
        <c:crosses val="autoZero"/>
        <c:auto val="1"/>
        <c:lblAlgn val="ctr"/>
        <c:lblOffset val="100"/>
        <c:noMultiLvlLbl val="0"/>
      </c:catAx>
      <c:valAx>
        <c:axId val="149920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211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57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26" Type="http://schemas.openxmlformats.org/officeDocument/2006/relationships/image" Target="../media/image25.sv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29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24" Type="http://schemas.openxmlformats.org/officeDocument/2006/relationships/image" Target="../media/image23.svg"/><Relationship Id="rId32" Type="http://schemas.openxmlformats.org/officeDocument/2006/relationships/image" Target="../media/image29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31" Type="http://schemas.openxmlformats.org/officeDocument/2006/relationships/image" Target="../media/image28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Relationship Id="rId22" Type="http://schemas.openxmlformats.org/officeDocument/2006/relationships/image" Target="../media/image21.svg"/><Relationship Id="rId27" Type="http://schemas.openxmlformats.org/officeDocument/2006/relationships/image" Target="../media/image26.svg"/><Relationship Id="rId30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5D642-AF16-C3D9-9C61-741F040CB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BA31731E-6743-2EA6-FAD2-54F464668AC3}"/>
              </a:ext>
            </a:extLst>
          </p:cNvPr>
          <p:cNvSpPr/>
          <p:nvPr/>
        </p:nvSpPr>
        <p:spPr>
          <a:xfrm>
            <a:off x="222484" y="102304"/>
            <a:ext cx="20945428" cy="4739368"/>
          </a:xfrm>
          <a:prstGeom prst="roundRect">
            <a:avLst/>
          </a:prstGeom>
          <a:solidFill>
            <a:srgbClr val="E9F3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FB4C7663-55F4-DE9E-09FA-1F3EA990837A}"/>
              </a:ext>
            </a:extLst>
          </p:cNvPr>
          <p:cNvSpPr/>
          <p:nvPr/>
        </p:nvSpPr>
        <p:spPr>
          <a:xfrm>
            <a:off x="120652" y="5022418"/>
            <a:ext cx="6720838" cy="4542944"/>
          </a:xfrm>
          <a:prstGeom prst="roundRect">
            <a:avLst/>
          </a:prstGeom>
          <a:solidFill>
            <a:srgbClr val="E9F3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AB79058-C3A5-73C5-A1CF-BF512ADA3206}"/>
              </a:ext>
            </a:extLst>
          </p:cNvPr>
          <p:cNvSpPr txBox="1"/>
          <p:nvPr/>
        </p:nvSpPr>
        <p:spPr>
          <a:xfrm>
            <a:off x="503484" y="500920"/>
            <a:ext cx="1519095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0" b="1" dirty="0"/>
              <a:t>A Comparative Evaluation of GBM, LSTM, and GDELT-Based Sentiment Models for Stock Price Forecasting 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9C2AC23-2711-6EFA-F203-54CC80D7422F}"/>
              </a:ext>
            </a:extLst>
          </p:cNvPr>
          <p:cNvSpPr txBox="1"/>
          <p:nvPr/>
        </p:nvSpPr>
        <p:spPr>
          <a:xfrm>
            <a:off x="691922" y="4102491"/>
            <a:ext cx="15593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Collins Chimezie Ewere      |      Supervisor: Emmett Copper      |     CMP6200      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AD7B6C90-2421-7A60-B127-46D69C3BE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110" y="158155"/>
            <a:ext cx="4407790" cy="1091279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7C3D8644-655C-AF53-776F-EDBCED87584E}"/>
              </a:ext>
            </a:extLst>
          </p:cNvPr>
          <p:cNvGrpSpPr/>
          <p:nvPr/>
        </p:nvGrpSpPr>
        <p:grpSpPr>
          <a:xfrm>
            <a:off x="84196" y="4953181"/>
            <a:ext cx="21155563" cy="4663622"/>
            <a:chOff x="45402" y="5303585"/>
            <a:chExt cx="21155563" cy="4663622"/>
          </a:xfrm>
        </p:grpSpPr>
        <p:sp>
          <p:nvSpPr>
            <p:cNvPr id="142" name="Rectangle: Rounded Corners 141">
              <a:extLst>
                <a:ext uri="{FF2B5EF4-FFF2-40B4-BE49-F238E27FC236}">
                  <a16:creationId xmlns:a16="http://schemas.microsoft.com/office/drawing/2014/main" id="{2DFFACF3-C64E-FAFA-6C8C-8ADB70CE8D6D}"/>
                </a:ext>
              </a:extLst>
            </p:cNvPr>
            <p:cNvSpPr/>
            <p:nvPr/>
          </p:nvSpPr>
          <p:spPr>
            <a:xfrm>
              <a:off x="7180793" y="5367322"/>
              <a:ext cx="6995159" cy="4541520"/>
            </a:xfrm>
            <a:prstGeom prst="roundRect">
              <a:avLst/>
            </a:prstGeom>
            <a:solidFill>
              <a:srgbClr val="E9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C813FE37-B76E-4029-8081-067FAE05C58B}"/>
                </a:ext>
              </a:extLst>
            </p:cNvPr>
            <p:cNvSpPr/>
            <p:nvPr/>
          </p:nvSpPr>
          <p:spPr>
            <a:xfrm>
              <a:off x="14480127" y="5395207"/>
              <a:ext cx="6720838" cy="4572000"/>
            </a:xfrm>
            <a:prstGeom prst="roundRect">
              <a:avLst/>
            </a:prstGeom>
            <a:solidFill>
              <a:srgbClr val="E9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196" name="Graphic 195" descr="Badge 1 with solid fill">
              <a:extLst>
                <a:ext uri="{FF2B5EF4-FFF2-40B4-BE49-F238E27FC236}">
                  <a16:creationId xmlns:a16="http://schemas.microsoft.com/office/drawing/2014/main" id="{24802209-799C-92E5-E0D9-F3BF93DA18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402" y="5303585"/>
              <a:ext cx="1298557" cy="1298557"/>
            </a:xfrm>
            <a:prstGeom prst="rect">
              <a:avLst/>
            </a:prstGeom>
          </p:spPr>
        </p:pic>
        <p:pic>
          <p:nvPicPr>
            <p:cNvPr id="197" name="Graphic 196" descr="Badge with solid fill">
              <a:extLst>
                <a:ext uri="{FF2B5EF4-FFF2-40B4-BE49-F238E27FC236}">
                  <a16:creationId xmlns:a16="http://schemas.microsoft.com/office/drawing/2014/main" id="{0ED201ED-B885-5843-78DB-7606574FC6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53873" y="5419701"/>
              <a:ext cx="1298557" cy="1298557"/>
            </a:xfrm>
            <a:prstGeom prst="rect">
              <a:avLst/>
            </a:prstGeom>
          </p:spPr>
        </p:pic>
        <p:pic>
          <p:nvPicPr>
            <p:cNvPr id="198" name="Graphic 197" descr="Badge 3 with solid fill">
              <a:extLst>
                <a:ext uri="{FF2B5EF4-FFF2-40B4-BE49-F238E27FC236}">
                  <a16:creationId xmlns:a16="http://schemas.microsoft.com/office/drawing/2014/main" id="{F6D0C39F-2B5C-6320-831D-19FE2C9800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80127" y="5463963"/>
              <a:ext cx="1235504" cy="1235504"/>
            </a:xfrm>
            <a:prstGeom prst="rect">
              <a:avLst/>
            </a:prstGeom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C112AC60-A383-9826-57D3-9B06A947CE31}"/>
                </a:ext>
              </a:extLst>
            </p:cNvPr>
            <p:cNvSpPr txBox="1"/>
            <p:nvPr/>
          </p:nvSpPr>
          <p:spPr>
            <a:xfrm>
              <a:off x="1447872" y="5376121"/>
              <a:ext cx="497671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INTRODUCTION &amp; BACKGROUND</a:t>
              </a:r>
              <a:endParaRPr lang="en-GB" sz="3600" b="1" dirty="0"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F1D7BF6-61DA-0408-923C-D148F693EC61}"/>
                </a:ext>
              </a:extLst>
            </p:cNvPr>
            <p:cNvSpPr txBox="1"/>
            <p:nvPr/>
          </p:nvSpPr>
          <p:spPr>
            <a:xfrm>
              <a:off x="8534230" y="5634129"/>
              <a:ext cx="48855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PROBLEM STATEMENT</a:t>
              </a:r>
              <a:endParaRPr lang="en-GB" sz="3600" b="1" dirty="0"/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D5411D83-1C22-F2C9-4AF7-D022E9D60820}"/>
                </a:ext>
              </a:extLst>
            </p:cNvPr>
            <p:cNvSpPr txBox="1"/>
            <p:nvPr/>
          </p:nvSpPr>
          <p:spPr>
            <a:xfrm>
              <a:off x="15715631" y="5540041"/>
              <a:ext cx="44077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AIMS &amp; OBJECTIVES</a:t>
              </a:r>
              <a:endParaRPr lang="en-GB" sz="36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8A0DF99-1C0C-A019-28AC-814B4C31A532}"/>
                </a:ext>
              </a:extLst>
            </p:cNvPr>
            <p:cNvSpPr txBox="1"/>
            <p:nvPr/>
          </p:nvSpPr>
          <p:spPr>
            <a:xfrm>
              <a:off x="294856" y="6414555"/>
              <a:ext cx="6485555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Stock price forecasting is difficult because stocks are influenced by price dynamics, economic conditions, News sentiment, and market volatility. In short-term forecasting, this is especially difficult because daily price movements are often small and noisy. That is why I built a comparison framework to test whether more complex models improve performance instead of just build one model.</a:t>
              </a:r>
              <a:endParaRPr lang="en-GB" sz="2400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3317150F-B8E2-E99B-4E78-5C69CEFE3B89}"/>
                </a:ext>
              </a:extLst>
            </p:cNvPr>
            <p:cNvSpPr txBox="1"/>
            <p:nvPr/>
          </p:nvSpPr>
          <p:spPr>
            <a:xfrm>
              <a:off x="7180793" y="6499446"/>
              <a:ext cx="6864053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Many advanced methods such as LSTM or sentiment-based approaches, are often assumed to be better, but they may not consistently outperform simple baselines such as Random Walk.  In real financial forecasting, a complex model is only useful if it improves on a simple benchmark. Otherwise, the extra complexity may not be justified. </a:t>
              </a:r>
              <a:endParaRPr lang="en-GB" sz="2400" dirty="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5E01C34-9B46-14F3-94F0-9363F39AC9EA}"/>
                </a:ext>
              </a:extLst>
            </p:cNvPr>
            <p:cNvSpPr txBox="1"/>
            <p:nvPr/>
          </p:nvSpPr>
          <p:spPr>
            <a:xfrm>
              <a:off x="15197167" y="6612619"/>
              <a:ext cx="5903667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The aim was to compare Random Walk, Linear Regression, LSTM, GBM, and sentiment-augmented versions across nine stocks. The objective were to collect daily stock data, create technical and sentiment features, train the models, evaluate them using error metrics and directional accuracy.</a:t>
              </a:r>
              <a:endParaRPr lang="en-GB" sz="2400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64A6E45-C3EE-813E-00E5-A1A13AB43003}"/>
              </a:ext>
            </a:extLst>
          </p:cNvPr>
          <p:cNvGrpSpPr/>
          <p:nvPr/>
        </p:nvGrpSpPr>
        <p:grpSpPr>
          <a:xfrm>
            <a:off x="129830" y="9619937"/>
            <a:ext cx="6132164" cy="7337212"/>
            <a:chOff x="267597" y="10046866"/>
            <a:chExt cx="6132164" cy="7337212"/>
          </a:xfrm>
        </p:grpSpPr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F32C7BD7-6BA1-9164-B5E0-5DCDEE0924FB}"/>
                </a:ext>
              </a:extLst>
            </p:cNvPr>
            <p:cNvSpPr/>
            <p:nvPr/>
          </p:nvSpPr>
          <p:spPr>
            <a:xfrm>
              <a:off x="267597" y="10114328"/>
              <a:ext cx="6132164" cy="7269750"/>
            </a:xfrm>
            <a:prstGeom prst="roundRect">
              <a:avLst/>
            </a:prstGeom>
            <a:solidFill>
              <a:srgbClr val="E9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05" name="Graphic 204" descr="Single gear with solid fill">
              <a:extLst>
                <a:ext uri="{FF2B5EF4-FFF2-40B4-BE49-F238E27FC236}">
                  <a16:creationId xmlns:a16="http://schemas.microsoft.com/office/drawing/2014/main" id="{F5145CDE-F3A9-EF8C-CB1F-AB53A396A4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3484" y="10089881"/>
              <a:ext cx="891181" cy="891181"/>
            </a:xfrm>
            <a:prstGeom prst="rect">
              <a:avLst/>
            </a:prstGeom>
          </p:spPr>
        </p:pic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D0F0DBB0-DAD7-2687-B9A5-04196F156AA7}"/>
                </a:ext>
              </a:extLst>
            </p:cNvPr>
            <p:cNvSpPr txBox="1"/>
            <p:nvPr/>
          </p:nvSpPr>
          <p:spPr>
            <a:xfrm>
              <a:off x="1601525" y="10046866"/>
              <a:ext cx="25021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METHODS</a:t>
              </a:r>
              <a:endParaRPr lang="en-GB" sz="3600" b="1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C645314-2ADD-B663-A7E7-93F2EFADE3C7}"/>
                </a:ext>
              </a:extLst>
            </p:cNvPr>
            <p:cNvGrpSpPr/>
            <p:nvPr/>
          </p:nvGrpSpPr>
          <p:grpSpPr>
            <a:xfrm>
              <a:off x="1257855" y="10630740"/>
              <a:ext cx="4569205" cy="985045"/>
              <a:chOff x="1242547" y="11063004"/>
              <a:chExt cx="4569205" cy="985045"/>
            </a:xfrm>
          </p:grpSpPr>
          <p:sp>
            <p:nvSpPr>
              <p:cNvPr id="254" name="Rectangle: Rounded Corners 253">
                <a:extLst>
                  <a:ext uri="{FF2B5EF4-FFF2-40B4-BE49-F238E27FC236}">
                    <a16:creationId xmlns:a16="http://schemas.microsoft.com/office/drawing/2014/main" id="{0A93B6ED-134F-ED26-E41D-147E4588C265}"/>
                  </a:ext>
                </a:extLst>
              </p:cNvPr>
              <p:cNvSpPr/>
              <p:nvPr/>
            </p:nvSpPr>
            <p:spPr>
              <a:xfrm>
                <a:off x="1242547" y="11063004"/>
                <a:ext cx="4569205" cy="985045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6BC586F7-BA8B-B4DC-F575-B1D50D0464D4}"/>
                  </a:ext>
                </a:extLst>
              </p:cNvPr>
              <p:cNvSpPr txBox="1"/>
              <p:nvPr/>
            </p:nvSpPr>
            <p:spPr>
              <a:xfrm>
                <a:off x="1744683" y="11156017"/>
                <a:ext cx="39943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TOOLS</a:t>
                </a:r>
              </a:p>
              <a:p>
                <a:r>
                  <a:rPr lang="en-US" sz="2400" dirty="0"/>
                  <a:t>Python and News  Libraries </a:t>
                </a:r>
                <a:endParaRPr lang="en-GB" sz="2400" dirty="0"/>
              </a:p>
            </p:txBody>
          </p:sp>
          <p:pic>
            <p:nvPicPr>
              <p:cNvPr id="256" name="Graphic 255" descr="Tools with solid fill">
                <a:extLst>
                  <a:ext uri="{FF2B5EF4-FFF2-40B4-BE49-F238E27FC236}">
                    <a16:creationId xmlns:a16="http://schemas.microsoft.com/office/drawing/2014/main" id="{3BF0D43E-A591-276B-91E2-961860B5B1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356275" y="11378195"/>
                <a:ext cx="469218" cy="469218"/>
              </a:xfrm>
              <a:prstGeom prst="rect">
                <a:avLst/>
              </a:prstGeom>
            </p:spPr>
          </p:pic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7BC4470-5BC8-681A-1380-037B7FBE4413}"/>
                </a:ext>
              </a:extLst>
            </p:cNvPr>
            <p:cNvGrpSpPr/>
            <p:nvPr/>
          </p:nvGrpSpPr>
          <p:grpSpPr>
            <a:xfrm>
              <a:off x="1247923" y="11711248"/>
              <a:ext cx="4569204" cy="985045"/>
              <a:chOff x="1197595" y="12151370"/>
              <a:chExt cx="4569204" cy="985045"/>
            </a:xfrm>
          </p:grpSpPr>
          <p:sp>
            <p:nvSpPr>
              <p:cNvPr id="248" name="Rectangle: Rounded Corners 247">
                <a:extLst>
                  <a:ext uri="{FF2B5EF4-FFF2-40B4-BE49-F238E27FC236}">
                    <a16:creationId xmlns:a16="http://schemas.microsoft.com/office/drawing/2014/main" id="{B7792459-A946-C6F7-51DA-64DDFEEC5FBC}"/>
                  </a:ext>
                </a:extLst>
              </p:cNvPr>
              <p:cNvSpPr/>
              <p:nvPr/>
            </p:nvSpPr>
            <p:spPr>
              <a:xfrm>
                <a:off x="1197595" y="12151370"/>
                <a:ext cx="4569204" cy="985045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5A8D53B4-B5D7-5066-0375-93B2B06C8594}"/>
                  </a:ext>
                </a:extLst>
              </p:cNvPr>
              <p:cNvSpPr txBox="1"/>
              <p:nvPr/>
            </p:nvSpPr>
            <p:spPr>
              <a:xfrm>
                <a:off x="1727531" y="12237472"/>
                <a:ext cx="39209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STOCK DATA</a:t>
                </a:r>
              </a:p>
              <a:p>
                <a:r>
                  <a:rPr lang="en-US" sz="2400" dirty="0"/>
                  <a:t>Daily OHLCV data available </a:t>
                </a:r>
                <a:endParaRPr lang="en-GB" sz="2400" dirty="0"/>
              </a:p>
            </p:txBody>
          </p:sp>
          <p:pic>
            <p:nvPicPr>
              <p:cNvPr id="208" name="Graphic 207" descr="Database with solid fill">
                <a:extLst>
                  <a:ext uri="{FF2B5EF4-FFF2-40B4-BE49-F238E27FC236}">
                    <a16:creationId xmlns:a16="http://schemas.microsoft.com/office/drawing/2014/main" id="{95674B1D-A178-412D-3BD9-FECE3DC3D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49515" y="12392660"/>
                <a:ext cx="546637" cy="546637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8FF3157-15D4-AF88-4956-C1D4E06CC31E}"/>
                </a:ext>
              </a:extLst>
            </p:cNvPr>
            <p:cNvGrpSpPr/>
            <p:nvPr/>
          </p:nvGrpSpPr>
          <p:grpSpPr>
            <a:xfrm>
              <a:off x="1228453" y="12798858"/>
              <a:ext cx="4569204" cy="985045"/>
              <a:chOff x="1197595" y="13248335"/>
              <a:chExt cx="4569204" cy="985045"/>
            </a:xfrm>
          </p:grpSpPr>
          <p:sp>
            <p:nvSpPr>
              <p:cNvPr id="244" name="Rectangle: Rounded Corners 243">
                <a:extLst>
                  <a:ext uri="{FF2B5EF4-FFF2-40B4-BE49-F238E27FC236}">
                    <a16:creationId xmlns:a16="http://schemas.microsoft.com/office/drawing/2014/main" id="{B9063359-76B2-882E-0100-143CF0572C0D}"/>
                  </a:ext>
                </a:extLst>
              </p:cNvPr>
              <p:cNvSpPr/>
              <p:nvPr/>
            </p:nvSpPr>
            <p:spPr>
              <a:xfrm>
                <a:off x="1197595" y="13248335"/>
                <a:ext cx="4569204" cy="985045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926B502D-966E-EC4F-EF2D-6EB565CD7390}"/>
                  </a:ext>
                </a:extLst>
              </p:cNvPr>
              <p:cNvSpPr txBox="1"/>
              <p:nvPr/>
            </p:nvSpPr>
            <p:spPr>
              <a:xfrm>
                <a:off x="1727531" y="13334437"/>
                <a:ext cx="39561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SENTIMENT</a:t>
                </a:r>
              </a:p>
              <a:p>
                <a:r>
                  <a:rPr lang="en-US" sz="2400" dirty="0"/>
                  <a:t>GDELT news data collection </a:t>
                </a:r>
                <a:endParaRPr lang="en-GB" sz="2400" dirty="0"/>
              </a:p>
            </p:txBody>
          </p:sp>
          <p:pic>
            <p:nvPicPr>
              <p:cNvPr id="212" name="Graphic 211" descr="Newspaper with solid fill">
                <a:extLst>
                  <a:ext uri="{FF2B5EF4-FFF2-40B4-BE49-F238E27FC236}">
                    <a16:creationId xmlns:a16="http://schemas.microsoft.com/office/drawing/2014/main" id="{C2E42538-1457-60A4-3718-0CFF25DE8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244243" y="13475056"/>
                <a:ext cx="534307" cy="534307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E28E541-15B7-C48A-F36A-36E547B59417}"/>
                </a:ext>
              </a:extLst>
            </p:cNvPr>
            <p:cNvGrpSpPr/>
            <p:nvPr/>
          </p:nvGrpSpPr>
          <p:grpSpPr>
            <a:xfrm>
              <a:off x="1234633" y="13876019"/>
              <a:ext cx="4609673" cy="985045"/>
              <a:chOff x="1254129" y="14384193"/>
              <a:chExt cx="4609673" cy="985045"/>
            </a:xfrm>
          </p:grpSpPr>
          <p:sp>
            <p:nvSpPr>
              <p:cNvPr id="265" name="Rectangle: Rounded Corners 264">
                <a:extLst>
                  <a:ext uri="{FF2B5EF4-FFF2-40B4-BE49-F238E27FC236}">
                    <a16:creationId xmlns:a16="http://schemas.microsoft.com/office/drawing/2014/main" id="{5D6218A4-A4F1-A469-D923-E1E75DA44193}"/>
                  </a:ext>
                </a:extLst>
              </p:cNvPr>
              <p:cNvSpPr/>
              <p:nvPr/>
            </p:nvSpPr>
            <p:spPr>
              <a:xfrm>
                <a:off x="1294597" y="14384193"/>
                <a:ext cx="4569205" cy="985045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DDE9E2D6-98B4-5696-7052-C134FE395025}"/>
                  </a:ext>
                </a:extLst>
              </p:cNvPr>
              <p:cNvSpPr txBox="1"/>
              <p:nvPr/>
            </p:nvSpPr>
            <p:spPr>
              <a:xfrm>
                <a:off x="1766429" y="14483366"/>
                <a:ext cx="406419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TECHNICAL ANALYSIS</a:t>
                </a:r>
              </a:p>
              <a:p>
                <a:r>
                  <a:rPr lang="en-US" sz="2400" dirty="0"/>
                  <a:t>Moving Average, RSI &amp; MACD </a:t>
                </a:r>
                <a:endParaRPr lang="en-GB" sz="2400" dirty="0"/>
              </a:p>
            </p:txBody>
          </p:sp>
          <p:pic>
            <p:nvPicPr>
              <p:cNvPr id="222" name="Graphic 221" descr="Blueprint with solid fill">
                <a:extLst>
                  <a:ext uri="{FF2B5EF4-FFF2-40B4-BE49-F238E27FC236}">
                    <a16:creationId xmlns:a16="http://schemas.microsoft.com/office/drawing/2014/main" id="{EBF6177E-0C17-B029-1BCB-B8CDB60E4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254129" y="14664112"/>
                <a:ext cx="534307" cy="534307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77A9637-814E-1C76-0ADC-3258DC19AB6C}"/>
                </a:ext>
              </a:extLst>
            </p:cNvPr>
            <p:cNvGrpSpPr/>
            <p:nvPr/>
          </p:nvGrpSpPr>
          <p:grpSpPr>
            <a:xfrm>
              <a:off x="1211346" y="14952211"/>
              <a:ext cx="4572605" cy="985045"/>
              <a:chOff x="1211346" y="15509668"/>
              <a:chExt cx="4572605" cy="98504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E3B8D006-8F32-5C45-D127-04B579602BBF}"/>
                  </a:ext>
                </a:extLst>
              </p:cNvPr>
              <p:cNvSpPr/>
              <p:nvPr/>
            </p:nvSpPr>
            <p:spPr>
              <a:xfrm>
                <a:off x="1214747" y="15509668"/>
                <a:ext cx="4569204" cy="985045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91D89130-67FB-44B9-128F-70CB09B43027}"/>
                  </a:ext>
                </a:extLst>
              </p:cNvPr>
              <p:cNvSpPr txBox="1"/>
              <p:nvPr/>
            </p:nvSpPr>
            <p:spPr>
              <a:xfrm>
                <a:off x="1744683" y="15595770"/>
                <a:ext cx="39390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CHRONOLOGICAL SPLIT</a:t>
                </a:r>
              </a:p>
              <a:p>
                <a:r>
                  <a:rPr lang="en-US" sz="2400"/>
                  <a:t>Train-Validate-test Split </a:t>
                </a:r>
                <a:endParaRPr lang="en-GB" sz="2400" dirty="0"/>
              </a:p>
            </p:txBody>
          </p:sp>
          <p:pic>
            <p:nvPicPr>
              <p:cNvPr id="223" name="Graphic 222" descr="Share with solid fill">
                <a:extLst>
                  <a:ext uri="{FF2B5EF4-FFF2-40B4-BE49-F238E27FC236}">
                    <a16:creationId xmlns:a16="http://schemas.microsoft.com/office/drawing/2014/main" id="{105F8CD8-65A1-0E8E-F9A7-4201750C7A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11346" y="15724419"/>
                <a:ext cx="534307" cy="534307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902D455-1A4A-2C49-267F-C44348E82FAD}"/>
                </a:ext>
              </a:extLst>
            </p:cNvPr>
            <p:cNvGrpSpPr/>
            <p:nvPr/>
          </p:nvGrpSpPr>
          <p:grpSpPr>
            <a:xfrm>
              <a:off x="1215717" y="16012749"/>
              <a:ext cx="4706900" cy="1286431"/>
              <a:chOff x="1215717" y="16647283"/>
              <a:chExt cx="4706900" cy="1286431"/>
            </a:xfrm>
          </p:grpSpPr>
          <p:sp>
            <p:nvSpPr>
              <p:cNvPr id="261" name="Rectangle: Rounded Corners 260">
                <a:extLst>
                  <a:ext uri="{FF2B5EF4-FFF2-40B4-BE49-F238E27FC236}">
                    <a16:creationId xmlns:a16="http://schemas.microsoft.com/office/drawing/2014/main" id="{F81854DE-3FEB-D37F-8E3E-26A54C6B2051}"/>
                  </a:ext>
                </a:extLst>
              </p:cNvPr>
              <p:cNvSpPr/>
              <p:nvPr/>
            </p:nvSpPr>
            <p:spPr>
              <a:xfrm>
                <a:off x="1215717" y="16647283"/>
                <a:ext cx="4569204" cy="122263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8266B57A-9923-7676-6538-2988CD85F68C}"/>
                  </a:ext>
                </a:extLst>
              </p:cNvPr>
              <p:cNvSpPr txBox="1"/>
              <p:nvPr/>
            </p:nvSpPr>
            <p:spPr>
              <a:xfrm>
                <a:off x="1745653" y="16733385"/>
                <a:ext cx="41769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MODEL IMPLEMENTATION</a:t>
                </a:r>
              </a:p>
              <a:p>
                <a:r>
                  <a:rPr lang="en-US" sz="2400" dirty="0"/>
                  <a:t>Next-day, forecast path models</a:t>
                </a:r>
                <a:endParaRPr lang="en-GB" sz="2400" dirty="0"/>
              </a:p>
            </p:txBody>
          </p:sp>
          <p:pic>
            <p:nvPicPr>
              <p:cNvPr id="224" name="Graphic 223" descr="Clipboard Checked outline">
                <a:extLst>
                  <a:ext uri="{FF2B5EF4-FFF2-40B4-BE49-F238E27FC236}">
                    <a16:creationId xmlns:a16="http://schemas.microsoft.com/office/drawing/2014/main" id="{B740A1B4-A6B8-F04C-C245-516240F3D2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257855" y="16772519"/>
                <a:ext cx="575408" cy="575408"/>
              </a:xfrm>
              <a:prstGeom prst="rect">
                <a:avLst/>
              </a:prstGeom>
            </p:spPr>
          </p:pic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7AA2DDC-4910-F02E-7708-DFE193235449}"/>
              </a:ext>
            </a:extLst>
          </p:cNvPr>
          <p:cNvGrpSpPr/>
          <p:nvPr/>
        </p:nvGrpSpPr>
        <p:grpSpPr>
          <a:xfrm>
            <a:off x="6729552" y="9718006"/>
            <a:ext cx="14552060" cy="6442397"/>
            <a:chOff x="6608676" y="10035806"/>
            <a:chExt cx="14552060" cy="6442397"/>
          </a:xfrm>
        </p:grpSpPr>
        <p:sp>
          <p:nvSpPr>
            <p:cNvPr id="145" name="Rectangle: Rounded Corners 144">
              <a:extLst>
                <a:ext uri="{FF2B5EF4-FFF2-40B4-BE49-F238E27FC236}">
                  <a16:creationId xmlns:a16="http://schemas.microsoft.com/office/drawing/2014/main" id="{C449857E-100F-2591-8F4A-9B2CB0E2978C}"/>
                </a:ext>
              </a:extLst>
            </p:cNvPr>
            <p:cNvSpPr/>
            <p:nvPr/>
          </p:nvSpPr>
          <p:spPr>
            <a:xfrm>
              <a:off x="6608676" y="10035806"/>
              <a:ext cx="14552060" cy="6442397"/>
            </a:xfrm>
            <a:prstGeom prst="roundRect">
              <a:avLst/>
            </a:prstGeom>
            <a:solidFill>
              <a:srgbClr val="E9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63C5CA6-3FA5-7AEA-6B2D-8ADD286C1E08}"/>
                </a:ext>
              </a:extLst>
            </p:cNvPr>
            <p:cNvSpPr txBox="1"/>
            <p:nvPr/>
          </p:nvSpPr>
          <p:spPr>
            <a:xfrm>
              <a:off x="8377869" y="10169400"/>
              <a:ext cx="20138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DESIGN</a:t>
              </a:r>
              <a:endParaRPr lang="en-GB" sz="3600" b="1" dirty="0"/>
            </a:p>
          </p:txBody>
        </p:sp>
        <p:pic>
          <p:nvPicPr>
            <p:cNvPr id="226" name="Graphic 225" descr="Lightbulb and pencil with solid fill">
              <a:extLst>
                <a:ext uri="{FF2B5EF4-FFF2-40B4-BE49-F238E27FC236}">
                  <a16:creationId xmlns:a16="http://schemas.microsoft.com/office/drawing/2014/main" id="{292A4286-A8A9-59AA-9FB1-D778F90D77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841490" y="10186538"/>
              <a:ext cx="1092588" cy="1092588"/>
            </a:xfrm>
            <a:prstGeom prst="rect">
              <a:avLst/>
            </a:prstGeom>
          </p:spPr>
        </p:pic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AB14FFAD-03E1-8C88-A88E-B72B9075D780}"/>
                </a:ext>
              </a:extLst>
            </p:cNvPr>
            <p:cNvSpPr txBox="1"/>
            <p:nvPr/>
          </p:nvSpPr>
          <p:spPr>
            <a:xfrm>
              <a:off x="12359897" y="10409666"/>
              <a:ext cx="340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Model Group</a:t>
              </a:r>
              <a:endParaRPr lang="en-GB" sz="3600" b="1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085F143-5DBA-C4A6-D4F8-D63507CB627D}"/>
                </a:ext>
              </a:extLst>
            </p:cNvPr>
            <p:cNvGrpSpPr/>
            <p:nvPr/>
          </p:nvGrpSpPr>
          <p:grpSpPr>
            <a:xfrm>
              <a:off x="6807571" y="11622769"/>
              <a:ext cx="6820256" cy="2097668"/>
              <a:chOff x="6819785" y="12055080"/>
              <a:chExt cx="6820256" cy="2097668"/>
            </a:xfrm>
          </p:grpSpPr>
          <p:sp>
            <p:nvSpPr>
              <p:cNvPr id="273" name="Rectangle: Rounded Corners 272">
                <a:extLst>
                  <a:ext uri="{FF2B5EF4-FFF2-40B4-BE49-F238E27FC236}">
                    <a16:creationId xmlns:a16="http://schemas.microsoft.com/office/drawing/2014/main" id="{493270B8-7845-689D-F500-B15F25273F4B}"/>
                  </a:ext>
                </a:extLst>
              </p:cNvPr>
              <p:cNvSpPr/>
              <p:nvPr/>
            </p:nvSpPr>
            <p:spPr>
              <a:xfrm>
                <a:off x="6819785" y="12055080"/>
                <a:ext cx="6820256" cy="2097668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71A714C-979A-2A44-644B-378B964299A0}"/>
                  </a:ext>
                </a:extLst>
              </p:cNvPr>
              <p:cNvGrpSpPr/>
              <p:nvPr/>
            </p:nvGrpSpPr>
            <p:grpSpPr>
              <a:xfrm>
                <a:off x="6975090" y="12165427"/>
                <a:ext cx="6664951" cy="1841541"/>
                <a:chOff x="6975090" y="12165427"/>
                <a:chExt cx="6664951" cy="1841541"/>
              </a:xfrm>
            </p:grpSpPr>
            <p:pic>
              <p:nvPicPr>
                <p:cNvPr id="277" name="Graphic 276" descr="Scatterplot with solid fill">
                  <a:extLst>
                    <a:ext uri="{FF2B5EF4-FFF2-40B4-BE49-F238E27FC236}">
                      <a16:creationId xmlns:a16="http://schemas.microsoft.com/office/drawing/2014/main" id="{55A618E8-A6EA-17E9-FE46-D767F25B38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75090" y="12165427"/>
                  <a:ext cx="1105329" cy="1105329"/>
                </a:xfrm>
                <a:prstGeom prst="rect">
                  <a:avLst/>
                </a:prstGeom>
              </p:spPr>
            </p:pic>
            <p:pic>
              <p:nvPicPr>
                <p:cNvPr id="281" name="Graphic 280" descr="Linear Graph with solid fill">
                  <a:extLst>
                    <a:ext uri="{FF2B5EF4-FFF2-40B4-BE49-F238E27FC236}">
                      <a16:creationId xmlns:a16="http://schemas.microsoft.com/office/drawing/2014/main" id="{CE5A9513-804A-4867-8F5B-482C827C4F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29235" y="12308769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83" name="Graphic 282" descr="Germ outline">
                  <a:extLst>
                    <a:ext uri="{FF2B5EF4-FFF2-40B4-BE49-F238E27FC236}">
                      <a16:creationId xmlns:a16="http://schemas.microsoft.com/office/drawing/2014/main" id="{97595096-95F0-A53D-659D-D18DE63C40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706251" y="12324398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87" name="Graphic 286" descr="Newspaper outline">
                  <a:extLst>
                    <a:ext uri="{FF2B5EF4-FFF2-40B4-BE49-F238E27FC236}">
                      <a16:creationId xmlns:a16="http://schemas.microsoft.com/office/drawing/2014/main" id="{3E7C0446-7AF3-8805-3713-3B3D67F572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252751" y="12286254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3C9003A7-F638-E491-7172-DA3CBD822B1F}"/>
                    </a:ext>
                  </a:extLst>
                </p:cNvPr>
                <p:cNvSpPr txBox="1"/>
                <p:nvPr/>
              </p:nvSpPr>
              <p:spPr>
                <a:xfrm>
                  <a:off x="7003151" y="13175971"/>
                  <a:ext cx="1374287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Random </a:t>
                  </a:r>
                </a:p>
                <a:p>
                  <a:r>
                    <a:rPr lang="en-US" sz="2400" dirty="0"/>
                    <a:t>Walk</a:t>
                  </a:r>
                  <a:endParaRPr lang="en-GB" sz="2400" dirty="0"/>
                </a:p>
              </p:txBody>
            </p:sp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8AB8F7EE-E612-28AA-52F0-739CB67A715D}"/>
                    </a:ext>
                  </a:extLst>
                </p:cNvPr>
                <p:cNvSpPr txBox="1"/>
                <p:nvPr/>
              </p:nvSpPr>
              <p:spPr>
                <a:xfrm>
                  <a:off x="8742025" y="13160460"/>
                  <a:ext cx="1653594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Linear</a:t>
                  </a:r>
                </a:p>
                <a:p>
                  <a:r>
                    <a:rPr lang="en-US" sz="2400" dirty="0"/>
                    <a:t>Regression</a:t>
                  </a:r>
                  <a:endParaRPr lang="en-GB" sz="2400" dirty="0"/>
                </a:p>
              </p:txBody>
            </p:sp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7339552B-27B7-7487-28E3-AD40ED148B6F}"/>
                    </a:ext>
                  </a:extLst>
                </p:cNvPr>
                <p:cNvSpPr txBox="1"/>
                <p:nvPr/>
              </p:nvSpPr>
              <p:spPr>
                <a:xfrm>
                  <a:off x="10723149" y="13252646"/>
                  <a:ext cx="89857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LSTM</a:t>
                  </a:r>
                  <a:endParaRPr lang="en-GB" sz="2400" dirty="0"/>
                </a:p>
              </p:txBody>
            </p:sp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C29E3006-A7A1-1724-5EF0-1FA6CDF52FFB}"/>
                    </a:ext>
                  </a:extLst>
                </p:cNvPr>
                <p:cNvSpPr txBox="1"/>
                <p:nvPr/>
              </p:nvSpPr>
              <p:spPr>
                <a:xfrm>
                  <a:off x="12081601" y="13112731"/>
                  <a:ext cx="155844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LSTM +</a:t>
                  </a:r>
                </a:p>
                <a:p>
                  <a:r>
                    <a:rPr lang="en-US" sz="2400" dirty="0"/>
                    <a:t>Sentiment</a:t>
                  </a:r>
                  <a:endParaRPr lang="en-GB" sz="2400" dirty="0"/>
                </a:p>
              </p:txBody>
            </p:sp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53C112E-4718-C5A0-0D67-5AF9A56F8D61}"/>
                </a:ext>
              </a:extLst>
            </p:cNvPr>
            <p:cNvGrpSpPr/>
            <p:nvPr/>
          </p:nvGrpSpPr>
          <p:grpSpPr>
            <a:xfrm>
              <a:off x="7377836" y="11003431"/>
              <a:ext cx="13227329" cy="647232"/>
              <a:chOff x="7323170" y="11498360"/>
              <a:chExt cx="13227329" cy="647232"/>
            </a:xfrm>
          </p:grpSpPr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5CBD0C2E-05C7-C58E-C66E-B3C1AABD4314}"/>
                  </a:ext>
                </a:extLst>
              </p:cNvPr>
              <p:cNvSpPr txBox="1"/>
              <p:nvPr/>
            </p:nvSpPr>
            <p:spPr>
              <a:xfrm>
                <a:off x="7323170" y="11499261"/>
                <a:ext cx="587356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One-Step / Next-day Model</a:t>
                </a:r>
                <a:endParaRPr lang="en-GB" sz="3600" b="1" dirty="0"/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D85D9E26-6867-BA62-FB2A-76272161A908}"/>
                  </a:ext>
                </a:extLst>
              </p:cNvPr>
              <p:cNvSpPr txBox="1"/>
              <p:nvPr/>
            </p:nvSpPr>
            <p:spPr>
              <a:xfrm>
                <a:off x="14676933" y="11498360"/>
                <a:ext cx="587356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GBM Path-Forecast Models</a:t>
                </a:r>
                <a:endParaRPr lang="en-GB" sz="3600" b="1" dirty="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3017C52-D7C0-C5B8-651D-91BF8C48D0F2}"/>
                </a:ext>
              </a:extLst>
            </p:cNvPr>
            <p:cNvGrpSpPr/>
            <p:nvPr/>
          </p:nvGrpSpPr>
          <p:grpSpPr>
            <a:xfrm>
              <a:off x="13962764" y="11640822"/>
              <a:ext cx="7079177" cy="2114222"/>
              <a:chOff x="13836369" y="12005150"/>
              <a:chExt cx="7079177" cy="2114222"/>
            </a:xfrm>
          </p:grpSpPr>
          <p:sp>
            <p:nvSpPr>
              <p:cNvPr id="274" name="Rectangle: Rounded Corners 273">
                <a:extLst>
                  <a:ext uri="{FF2B5EF4-FFF2-40B4-BE49-F238E27FC236}">
                    <a16:creationId xmlns:a16="http://schemas.microsoft.com/office/drawing/2014/main" id="{091C20D4-4F9A-F759-6E3F-87A66BEA65C4}"/>
                  </a:ext>
                </a:extLst>
              </p:cNvPr>
              <p:cNvSpPr/>
              <p:nvPr/>
            </p:nvSpPr>
            <p:spPr>
              <a:xfrm>
                <a:off x="13836369" y="12005150"/>
                <a:ext cx="7079177" cy="2097668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2D6B3B7-1545-9E2F-A264-B1DB62D07377}"/>
                  </a:ext>
                </a:extLst>
              </p:cNvPr>
              <p:cNvGrpSpPr/>
              <p:nvPr/>
            </p:nvGrpSpPr>
            <p:grpSpPr>
              <a:xfrm>
                <a:off x="14022079" y="12114183"/>
                <a:ext cx="6779638" cy="2005189"/>
                <a:chOff x="14022079" y="12114183"/>
                <a:chExt cx="6779638" cy="2005189"/>
              </a:xfrm>
            </p:grpSpPr>
            <p:pic>
              <p:nvPicPr>
                <p:cNvPr id="295" name="Graphic 294" descr="Upward trend with solid fill">
                  <a:extLst>
                    <a:ext uri="{FF2B5EF4-FFF2-40B4-BE49-F238E27FC236}">
                      <a16:creationId xmlns:a16="http://schemas.microsoft.com/office/drawing/2014/main" id="{EC075B83-43D4-362C-DED4-1AA3595864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048138" y="1211684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298" name="TextBox 297">
                  <a:extLst>
                    <a:ext uri="{FF2B5EF4-FFF2-40B4-BE49-F238E27FC236}">
                      <a16:creationId xmlns:a16="http://schemas.microsoft.com/office/drawing/2014/main" id="{901FE656-16F3-BE69-23C2-05CCCEC66F44}"/>
                    </a:ext>
                  </a:extLst>
                </p:cNvPr>
                <p:cNvSpPr txBox="1"/>
                <p:nvPr/>
              </p:nvSpPr>
              <p:spPr>
                <a:xfrm>
                  <a:off x="14022079" y="13223169"/>
                  <a:ext cx="212431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Basic </a:t>
                  </a:r>
                </a:p>
                <a:p>
                  <a:r>
                    <a:rPr lang="en-US" sz="2400" dirty="0"/>
                    <a:t>Monthly GBM</a:t>
                  </a:r>
                  <a:endParaRPr lang="en-GB" sz="2400" dirty="0"/>
                </a:p>
              </p:txBody>
            </p:sp>
            <p:pic>
              <p:nvPicPr>
                <p:cNvPr id="302" name="Graphic 301" descr="Exponential Graph with solid fill">
                  <a:extLst>
                    <a:ext uri="{FF2B5EF4-FFF2-40B4-BE49-F238E27FC236}">
                      <a16:creationId xmlns:a16="http://schemas.microsoft.com/office/drawing/2014/main" id="{73A94451-309C-9623-8CBD-12FC415E0E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78749" y="12136210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5E58200C-5B4E-EF8F-2BCA-818BFBD3B841}"/>
                    </a:ext>
                  </a:extLst>
                </p:cNvPr>
                <p:cNvSpPr txBox="1"/>
                <p:nvPr/>
              </p:nvSpPr>
              <p:spPr>
                <a:xfrm>
                  <a:off x="16040107" y="13247847"/>
                  <a:ext cx="129831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Periodic</a:t>
                  </a:r>
                </a:p>
                <a:p>
                  <a:r>
                    <a:rPr lang="en-US" sz="2400" dirty="0"/>
                    <a:t> GBM</a:t>
                  </a:r>
                  <a:endParaRPr lang="en-GB" sz="2400" dirty="0"/>
                </a:p>
              </p:txBody>
            </p:sp>
            <p:pic>
              <p:nvPicPr>
                <p:cNvPr id="305" name="Graphic 304" descr="Upward trend outline">
                  <a:extLst>
                    <a:ext uri="{FF2B5EF4-FFF2-40B4-BE49-F238E27FC236}">
                      <a16:creationId xmlns:a16="http://schemas.microsoft.com/office/drawing/2014/main" id="{5D878A85-DF5B-26F1-E3C0-0189B256C9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682710" y="12127320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8CFBFE3C-D94D-6D3A-D1A8-765CAA1BB43D}"/>
                    </a:ext>
                  </a:extLst>
                </p:cNvPr>
                <p:cNvSpPr txBox="1"/>
                <p:nvPr/>
              </p:nvSpPr>
              <p:spPr>
                <a:xfrm>
                  <a:off x="17634871" y="13193051"/>
                  <a:ext cx="155117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GBM + Sentiment </a:t>
                  </a:r>
                  <a:endParaRPr lang="en-GB" sz="2400" dirty="0"/>
                </a:p>
              </p:txBody>
            </p:sp>
            <p:pic>
              <p:nvPicPr>
                <p:cNvPr id="308" name="Graphic 307" descr="Upward trend outline">
                  <a:extLst>
                    <a:ext uri="{FF2B5EF4-FFF2-40B4-BE49-F238E27FC236}">
                      <a16:creationId xmlns:a16="http://schemas.microsoft.com/office/drawing/2014/main" id="{96D18975-B196-2A3D-2E00-BAEF9A2B7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03143" y="1211418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F11FDBB1-A4FE-D0F1-8C39-2F6D27ADFF82}"/>
                    </a:ext>
                  </a:extLst>
                </p:cNvPr>
                <p:cNvSpPr txBox="1"/>
                <p:nvPr/>
              </p:nvSpPr>
              <p:spPr>
                <a:xfrm>
                  <a:off x="19250544" y="12919043"/>
                  <a:ext cx="155117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Periodic GBM  Sentiment </a:t>
                  </a:r>
                  <a:endParaRPr lang="en-GB" sz="2400" dirty="0"/>
                </a:p>
              </p:txBody>
            </p:sp>
          </p:grpSp>
        </p:grp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6BC56E6F-A55C-9553-34DE-E54038B05DD6}"/>
                </a:ext>
              </a:extLst>
            </p:cNvPr>
            <p:cNvSpPr txBox="1"/>
            <p:nvPr/>
          </p:nvSpPr>
          <p:spPr>
            <a:xfrm>
              <a:off x="11627485" y="13693458"/>
              <a:ext cx="50969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Modelling pipeline</a:t>
              </a:r>
              <a:endParaRPr lang="en-GB" sz="3600" b="1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D5A5A13-B95F-C0E4-67DD-6BB499F59130}"/>
                </a:ext>
              </a:extLst>
            </p:cNvPr>
            <p:cNvGrpSpPr/>
            <p:nvPr/>
          </p:nvGrpSpPr>
          <p:grpSpPr>
            <a:xfrm>
              <a:off x="6807571" y="14493722"/>
              <a:ext cx="14044253" cy="1428061"/>
              <a:chOff x="6560912" y="14912746"/>
              <a:chExt cx="14044253" cy="1428061"/>
            </a:xfrm>
          </p:grpSpPr>
          <p:sp>
            <p:nvSpPr>
              <p:cNvPr id="311" name="Rectangle: Rounded Corners 310">
                <a:extLst>
                  <a:ext uri="{FF2B5EF4-FFF2-40B4-BE49-F238E27FC236}">
                    <a16:creationId xmlns:a16="http://schemas.microsoft.com/office/drawing/2014/main" id="{D72CB068-CAD0-84EB-ED61-5609F583C562}"/>
                  </a:ext>
                </a:extLst>
              </p:cNvPr>
              <p:cNvSpPr/>
              <p:nvPr/>
            </p:nvSpPr>
            <p:spPr>
              <a:xfrm>
                <a:off x="6560912" y="14912746"/>
                <a:ext cx="14044253" cy="1428061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38C0A79A-E46D-A1A2-8EB7-9F2CEB49919E}"/>
                  </a:ext>
                </a:extLst>
              </p:cNvPr>
              <p:cNvGrpSpPr/>
              <p:nvPr/>
            </p:nvGrpSpPr>
            <p:grpSpPr>
              <a:xfrm>
                <a:off x="6787338" y="15109145"/>
                <a:ext cx="13801190" cy="1092445"/>
                <a:chOff x="6787338" y="15109145"/>
                <a:chExt cx="13801190" cy="1092445"/>
              </a:xfrm>
            </p:grpSpPr>
            <p:pic>
              <p:nvPicPr>
                <p:cNvPr id="312" name="Graphic 311" descr="Database with solid fill">
                  <a:extLst>
                    <a:ext uri="{FF2B5EF4-FFF2-40B4-BE49-F238E27FC236}">
                      <a16:creationId xmlns:a16="http://schemas.microsoft.com/office/drawing/2014/main" id="{09F65D94-8824-0D10-A9C1-F3E0DC4500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87338" y="15274532"/>
                  <a:ext cx="546637" cy="546637"/>
                </a:xfrm>
                <a:prstGeom prst="rect">
                  <a:avLst/>
                </a:prstGeom>
              </p:spPr>
            </p:pic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1460F5C1-6D89-9090-A40F-7A5D0441F3B6}"/>
                    </a:ext>
                  </a:extLst>
                </p:cNvPr>
                <p:cNvSpPr txBox="1"/>
                <p:nvPr/>
              </p:nvSpPr>
              <p:spPr>
                <a:xfrm>
                  <a:off x="7389859" y="15202053"/>
                  <a:ext cx="1634486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Stock Data</a:t>
                  </a:r>
                </a:p>
                <a:p>
                  <a:r>
                    <a:rPr lang="en-US" sz="2400" dirty="0"/>
                    <a:t>(OHLCV)</a:t>
                  </a:r>
                  <a:endParaRPr lang="en-GB" sz="2400" dirty="0"/>
                </a:p>
              </p:txBody>
            </p:sp>
            <p:pic>
              <p:nvPicPr>
                <p:cNvPr id="315" name="Graphic 314" descr="Add with solid fill">
                  <a:extLst>
                    <a:ext uri="{FF2B5EF4-FFF2-40B4-BE49-F238E27FC236}">
                      <a16:creationId xmlns:a16="http://schemas.microsoft.com/office/drawing/2014/main" id="{B1B8DBC5-1C52-16AD-5A36-35358C0AFC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99765" y="15483814"/>
                  <a:ext cx="457200" cy="457200"/>
                </a:xfrm>
                <a:prstGeom prst="rect">
                  <a:avLst/>
                </a:prstGeom>
              </p:spPr>
            </p:pic>
            <p:pic>
              <p:nvPicPr>
                <p:cNvPr id="317" name="Graphic 316" descr="Newspaper with solid fill">
                  <a:extLst>
                    <a:ext uri="{FF2B5EF4-FFF2-40B4-BE49-F238E27FC236}">
                      <a16:creationId xmlns:a16="http://schemas.microsoft.com/office/drawing/2014/main" id="{C203222D-D2EF-FF2D-878A-E127D6EAED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69804" y="15444734"/>
                  <a:ext cx="565955" cy="565955"/>
                </a:xfrm>
                <a:prstGeom prst="rect">
                  <a:avLst/>
                </a:prstGeom>
              </p:spPr>
            </p:pic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A8422851-DA8B-6BF6-C20C-C358266A5F62}"/>
                    </a:ext>
                  </a:extLst>
                </p:cNvPr>
                <p:cNvSpPr txBox="1"/>
                <p:nvPr/>
              </p:nvSpPr>
              <p:spPr>
                <a:xfrm>
                  <a:off x="10093703" y="15251374"/>
                  <a:ext cx="113088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GDELT </a:t>
                  </a:r>
                </a:p>
                <a:p>
                  <a:r>
                    <a:rPr lang="en-US" sz="2400" dirty="0"/>
                    <a:t>News</a:t>
                  </a:r>
                  <a:endParaRPr lang="en-GB" sz="2400" dirty="0"/>
                </a:p>
              </p:txBody>
            </p:sp>
            <p:pic>
              <p:nvPicPr>
                <p:cNvPr id="321" name="Graphic 320" descr="Gears outline">
                  <a:extLst>
                    <a:ext uri="{FF2B5EF4-FFF2-40B4-BE49-F238E27FC236}">
                      <a16:creationId xmlns:a16="http://schemas.microsoft.com/office/drawing/2014/main" id="{0176A949-D084-3A4E-BBE9-1D65024B14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933574" y="15245073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8DCB161C-A477-4C9B-1A30-EB35B121782C}"/>
                    </a:ext>
                  </a:extLst>
                </p:cNvPr>
                <p:cNvSpPr txBox="1"/>
                <p:nvPr/>
              </p:nvSpPr>
              <p:spPr>
                <a:xfrm>
                  <a:off x="12847974" y="15294084"/>
                  <a:ext cx="1737976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Feature</a:t>
                  </a:r>
                </a:p>
                <a:p>
                  <a:r>
                    <a:rPr lang="en-US" sz="2400" dirty="0"/>
                    <a:t>Engineering</a:t>
                  </a:r>
                  <a:endParaRPr lang="en-GB" sz="2400" dirty="0"/>
                </a:p>
              </p:txBody>
            </p:sp>
            <p:pic>
              <p:nvPicPr>
                <p:cNvPr id="325" name="Graphic 324" descr="Brain outline">
                  <a:extLst>
                    <a:ext uri="{FF2B5EF4-FFF2-40B4-BE49-F238E27FC236}">
                      <a16:creationId xmlns:a16="http://schemas.microsoft.com/office/drawing/2014/main" id="{D1B1FD72-DFAF-215A-896C-E0AF4D40DD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054993" y="15109145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A56BCCFC-2895-3F5E-1732-4EB5558F9BE4}"/>
                    </a:ext>
                  </a:extLst>
                </p:cNvPr>
                <p:cNvSpPr txBox="1"/>
                <p:nvPr/>
              </p:nvSpPr>
              <p:spPr>
                <a:xfrm>
                  <a:off x="15946850" y="15261250"/>
                  <a:ext cx="173586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Forecasting</a:t>
                  </a:r>
                </a:p>
                <a:p>
                  <a:r>
                    <a:rPr lang="en-US" sz="2400" dirty="0"/>
                    <a:t>Model</a:t>
                  </a:r>
                </a:p>
              </p:txBody>
            </p:sp>
            <p:pic>
              <p:nvPicPr>
                <p:cNvPr id="329" name="Graphic 328" descr="Signal with solid fill">
                  <a:extLst>
                    <a:ext uri="{FF2B5EF4-FFF2-40B4-BE49-F238E27FC236}">
                      <a16:creationId xmlns:a16="http://schemas.microsoft.com/office/drawing/2014/main" id="{BF016003-070D-DCA1-93A1-843C37045C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161780" y="15287190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331" name="Graphic 330" descr="Arrow Right with solid fill">
                  <a:extLst>
                    <a:ext uri="{FF2B5EF4-FFF2-40B4-BE49-F238E27FC236}">
                      <a16:creationId xmlns:a16="http://schemas.microsoft.com/office/drawing/2014/main" id="{3A26975E-4E63-2DF3-51CE-6D6DA323B3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80390" y="15274532"/>
                  <a:ext cx="684503" cy="799139"/>
                </a:xfrm>
                <a:prstGeom prst="rect">
                  <a:avLst/>
                </a:prstGeom>
              </p:spPr>
            </p:pic>
            <p:pic>
              <p:nvPicPr>
                <p:cNvPr id="332" name="Graphic 331" descr="Arrow Right with solid fill">
                  <a:extLst>
                    <a:ext uri="{FF2B5EF4-FFF2-40B4-BE49-F238E27FC236}">
                      <a16:creationId xmlns:a16="http://schemas.microsoft.com/office/drawing/2014/main" id="{7CA47973-CADF-D8E7-4554-DB0C14EC17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59538" y="15217981"/>
                  <a:ext cx="684503" cy="799139"/>
                </a:xfrm>
                <a:prstGeom prst="rect">
                  <a:avLst/>
                </a:prstGeom>
              </p:spPr>
            </p:pic>
            <p:pic>
              <p:nvPicPr>
                <p:cNvPr id="333" name="Graphic 332" descr="Arrow Right with solid fill">
                  <a:extLst>
                    <a:ext uri="{FF2B5EF4-FFF2-40B4-BE49-F238E27FC236}">
                      <a16:creationId xmlns:a16="http://schemas.microsoft.com/office/drawing/2014/main" id="{290AD1D3-3A87-4552-3118-C2C015DF84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617459" y="15325942"/>
                  <a:ext cx="684503" cy="799139"/>
                </a:xfrm>
                <a:prstGeom prst="rect">
                  <a:avLst/>
                </a:prstGeom>
              </p:spPr>
            </p:pic>
            <p:sp>
              <p:nvSpPr>
                <p:cNvPr id="334" name="TextBox 333">
                  <a:extLst>
                    <a:ext uri="{FF2B5EF4-FFF2-40B4-BE49-F238E27FC236}">
                      <a16:creationId xmlns:a16="http://schemas.microsoft.com/office/drawing/2014/main" id="{37F17D32-6EC8-7D6C-72A7-69F1E23896CE}"/>
                    </a:ext>
                  </a:extLst>
                </p:cNvPr>
                <p:cNvSpPr txBox="1"/>
                <p:nvPr/>
              </p:nvSpPr>
              <p:spPr>
                <a:xfrm>
                  <a:off x="19025023" y="15217981"/>
                  <a:ext cx="156350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Evaluating</a:t>
                  </a:r>
                </a:p>
                <a:p>
                  <a:r>
                    <a:rPr lang="en-US" sz="2400" dirty="0"/>
                    <a:t>Model</a:t>
                  </a:r>
                </a:p>
              </p:txBody>
            </p:sp>
          </p:grpSp>
        </p:grpSp>
      </p:grpSp>
      <p:sp>
        <p:nvSpPr>
          <p:cNvPr id="361" name="Rectangle: Rounded Corners 360">
            <a:extLst>
              <a:ext uri="{FF2B5EF4-FFF2-40B4-BE49-F238E27FC236}">
                <a16:creationId xmlns:a16="http://schemas.microsoft.com/office/drawing/2014/main" id="{CC46EB0F-DBD8-AF40-821D-C9D93562EE91}"/>
              </a:ext>
            </a:extLst>
          </p:cNvPr>
          <p:cNvSpPr/>
          <p:nvPr/>
        </p:nvSpPr>
        <p:spPr>
          <a:xfrm>
            <a:off x="7575429" y="23222919"/>
            <a:ext cx="7788127" cy="4947083"/>
          </a:xfrm>
          <a:prstGeom prst="roundRect">
            <a:avLst/>
          </a:prstGeom>
          <a:solidFill>
            <a:srgbClr val="E9F3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artefact successfully built a Python framework comparing baseline, ML, deep learning, stochastic and sentiment-augmented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Random Walk achieved the lowest GBM path-based error.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Sentiment improved selected GBM forecasts but did not improve performance consistently.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main contribution is a controlled comparison framework, not a claim that stock prices can be predicted.</a:t>
            </a:r>
            <a:endParaRPr lang="en-GB" sz="24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3C18014-FA4D-FA22-77D6-C299386E7525}"/>
              </a:ext>
            </a:extLst>
          </p:cNvPr>
          <p:cNvGrpSpPr/>
          <p:nvPr/>
        </p:nvGrpSpPr>
        <p:grpSpPr>
          <a:xfrm>
            <a:off x="95825" y="23092809"/>
            <a:ext cx="7286033" cy="5102494"/>
            <a:chOff x="415477" y="23822962"/>
            <a:chExt cx="7286033" cy="5102494"/>
          </a:xfrm>
        </p:grpSpPr>
        <p:sp>
          <p:nvSpPr>
            <p:cNvPr id="360" name="Rectangle: Rounded Corners 359">
              <a:extLst>
                <a:ext uri="{FF2B5EF4-FFF2-40B4-BE49-F238E27FC236}">
                  <a16:creationId xmlns:a16="http://schemas.microsoft.com/office/drawing/2014/main" id="{144E5117-9740-A8D0-82B6-C69F5C0934A6}"/>
                </a:ext>
              </a:extLst>
            </p:cNvPr>
            <p:cNvSpPr/>
            <p:nvPr/>
          </p:nvSpPr>
          <p:spPr>
            <a:xfrm>
              <a:off x="415477" y="23923235"/>
              <a:ext cx="7286033" cy="5002221"/>
            </a:xfrm>
            <a:prstGeom prst="roundRect">
              <a:avLst/>
            </a:prstGeom>
            <a:solidFill>
              <a:srgbClr val="E9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</a:rPr>
                <a:t>Random Walk remained the strongest next-day benchmark, showing the difficulty of beating the most recent price.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</a:rPr>
                <a:t>LSTM captured useful patterns for selected stocks but did not generalize across all tickers.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</a:rPr>
                <a:t>GDELT </a:t>
              </a:r>
              <a:r>
                <a:rPr lang="en-US" sz="2400" dirty="0" err="1">
                  <a:solidFill>
                    <a:schemeClr val="tx1"/>
                  </a:solidFill>
                </a:rPr>
                <a:t>AvgTone</a:t>
              </a:r>
              <a:r>
                <a:rPr lang="en-US" sz="2400" dirty="0">
                  <a:solidFill>
                    <a:schemeClr val="tx1"/>
                  </a:solidFill>
                </a:rPr>
                <a:t> added noise in the LSTM model, suggesting broad news tone may not reflect investor-specific sentiment.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</a:rPr>
                <a:t>GBM models were more useful for uncertainty </a:t>
              </a:r>
              <a:r>
                <a:rPr lang="en-US" sz="2400" dirty="0" err="1">
                  <a:solidFill>
                    <a:schemeClr val="tx1"/>
                  </a:solidFill>
                </a:rPr>
                <a:t>visualisation</a:t>
              </a:r>
              <a:r>
                <a:rPr lang="en-US" sz="2400" dirty="0">
                  <a:solidFill>
                    <a:schemeClr val="tx1"/>
                  </a:solidFill>
                </a:rPr>
                <a:t> than precise point forecasting.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pic>
          <p:nvPicPr>
            <p:cNvPr id="365" name="Graphic 364" descr="Chat bubble with solid fill">
              <a:extLst>
                <a:ext uri="{FF2B5EF4-FFF2-40B4-BE49-F238E27FC236}">
                  <a16:creationId xmlns:a16="http://schemas.microsoft.com/office/drawing/2014/main" id="{B7E1B7B1-AA32-CD6F-104B-6E7FCB3A4C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29905" y="23822962"/>
              <a:ext cx="780366" cy="780366"/>
            </a:xfrm>
            <a:prstGeom prst="rect">
              <a:avLst/>
            </a:prstGeom>
          </p:spPr>
        </p:pic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2D532D18-A844-3FF8-35F8-4B9C96FC50C8}"/>
                </a:ext>
              </a:extLst>
            </p:cNvPr>
            <p:cNvSpPr txBox="1"/>
            <p:nvPr/>
          </p:nvSpPr>
          <p:spPr>
            <a:xfrm>
              <a:off x="1802204" y="23848091"/>
              <a:ext cx="31461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DISCUSSION</a:t>
              </a:r>
              <a:endParaRPr lang="en-GB" sz="3600" b="1" dirty="0"/>
            </a:p>
          </p:txBody>
        </p:sp>
      </p:grpSp>
      <p:sp>
        <p:nvSpPr>
          <p:cNvPr id="369" name="TextBox 368">
            <a:extLst>
              <a:ext uri="{FF2B5EF4-FFF2-40B4-BE49-F238E27FC236}">
                <a16:creationId xmlns:a16="http://schemas.microsoft.com/office/drawing/2014/main" id="{28448251-55B6-0746-C617-01168E28F100}"/>
              </a:ext>
            </a:extLst>
          </p:cNvPr>
          <p:cNvSpPr txBox="1"/>
          <p:nvPr/>
        </p:nvSpPr>
        <p:spPr>
          <a:xfrm>
            <a:off x="7852859" y="23248220"/>
            <a:ext cx="3146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Conclusion</a:t>
            </a:r>
            <a:endParaRPr lang="en-GB" sz="3600" b="1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63D1AA5-230D-2C42-6D77-F134381A93D3}"/>
              </a:ext>
            </a:extLst>
          </p:cNvPr>
          <p:cNvGrpSpPr/>
          <p:nvPr/>
        </p:nvGrpSpPr>
        <p:grpSpPr>
          <a:xfrm>
            <a:off x="15381009" y="23068137"/>
            <a:ext cx="5921665" cy="5107713"/>
            <a:chOff x="15260133" y="23927173"/>
            <a:chExt cx="5921665" cy="5004943"/>
          </a:xfrm>
        </p:grpSpPr>
        <p:sp>
          <p:nvSpPr>
            <p:cNvPr id="370" name="Rectangle: Rounded Corners 369">
              <a:extLst>
                <a:ext uri="{FF2B5EF4-FFF2-40B4-BE49-F238E27FC236}">
                  <a16:creationId xmlns:a16="http://schemas.microsoft.com/office/drawing/2014/main" id="{231490D6-3294-79D4-1AC2-227DEE434C66}"/>
                </a:ext>
              </a:extLst>
            </p:cNvPr>
            <p:cNvSpPr/>
            <p:nvPr/>
          </p:nvSpPr>
          <p:spPr>
            <a:xfrm>
              <a:off x="15436251" y="24150343"/>
              <a:ext cx="5724485" cy="2359137"/>
            </a:xfrm>
            <a:prstGeom prst="roundRect">
              <a:avLst/>
            </a:prstGeom>
            <a:solidFill>
              <a:srgbClr val="E9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</a:rPr>
                <a:t>Integrate </a:t>
              </a:r>
              <a:r>
                <a:rPr lang="en-US" sz="2400" dirty="0" err="1">
                  <a:solidFill>
                    <a:schemeClr val="tx1"/>
                  </a:solidFill>
                </a:rPr>
                <a:t>FinBERT</a:t>
              </a:r>
              <a:r>
                <a:rPr lang="en-US" sz="2400" dirty="0">
                  <a:solidFill>
                    <a:schemeClr val="tx1"/>
                  </a:solidFill>
                </a:rPr>
                <a:t> and VADER and other sentiment models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tx1"/>
                  </a:solidFill>
                </a:rPr>
                <a:t>Expand more stocks and globally</a:t>
              </a:r>
              <a:endParaRPr lang="en-GB" sz="2400" dirty="0">
                <a:solidFill>
                  <a:schemeClr val="tx1"/>
                </a:solidFill>
              </a:endParaRPr>
            </a:p>
          </p:txBody>
        </p:sp>
        <p:pic>
          <p:nvPicPr>
            <p:cNvPr id="368" name="Graphic 367" descr="Rocket with solid fill">
              <a:extLst>
                <a:ext uri="{FF2B5EF4-FFF2-40B4-BE49-F238E27FC236}">
                  <a16:creationId xmlns:a16="http://schemas.microsoft.com/office/drawing/2014/main" id="{D9D5119E-3913-CF62-577E-19A5EB2EC4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260133" y="23927173"/>
              <a:ext cx="914400" cy="914400"/>
            </a:xfrm>
            <a:prstGeom prst="rect">
              <a:avLst/>
            </a:prstGeom>
          </p:spPr>
        </p:pic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6A54FAC-87D8-858E-8C33-610A3477D32B}"/>
                </a:ext>
              </a:extLst>
            </p:cNvPr>
            <p:cNvSpPr txBox="1"/>
            <p:nvPr/>
          </p:nvSpPr>
          <p:spPr>
            <a:xfrm>
              <a:off x="15991358" y="24061982"/>
              <a:ext cx="30219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Future Work</a:t>
              </a:r>
              <a:endParaRPr lang="en-GB" sz="3600" b="1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7CC9DD6-3790-82C7-7CEB-0B4AB61A9E28}"/>
                </a:ext>
              </a:extLst>
            </p:cNvPr>
            <p:cNvGrpSpPr/>
            <p:nvPr/>
          </p:nvGrpSpPr>
          <p:grpSpPr>
            <a:xfrm>
              <a:off x="15474261" y="26577315"/>
              <a:ext cx="5707537" cy="2354801"/>
              <a:chOff x="15380731" y="26865080"/>
              <a:chExt cx="5707537" cy="2354801"/>
            </a:xfrm>
          </p:grpSpPr>
          <p:sp>
            <p:nvSpPr>
              <p:cNvPr id="372" name="Rectangle: Rounded Corners 371">
                <a:extLst>
                  <a:ext uri="{FF2B5EF4-FFF2-40B4-BE49-F238E27FC236}">
                    <a16:creationId xmlns:a16="http://schemas.microsoft.com/office/drawing/2014/main" id="{9EDC2396-D529-BF52-EA63-EA6FF46F3221}"/>
                  </a:ext>
                </a:extLst>
              </p:cNvPr>
              <p:cNvSpPr/>
              <p:nvPr/>
            </p:nvSpPr>
            <p:spPr>
              <a:xfrm>
                <a:off x="15380731" y="26956486"/>
                <a:ext cx="5707537" cy="2263395"/>
              </a:xfrm>
              <a:prstGeom prst="roundRect">
                <a:avLst/>
              </a:prstGeom>
              <a:solidFill>
                <a:srgbClr val="E9F3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</a:rPr>
                  <a:t>FAMA, E. F (1970). Efficient capital markets. A review of theory and empirical work. The journal of Finance, 25(2) 383-417.</a:t>
                </a:r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41F48A57-E640-271D-DA0B-E8EA28B77EED}"/>
                  </a:ext>
                </a:extLst>
              </p:cNvPr>
              <p:cNvSpPr txBox="1"/>
              <p:nvPr/>
            </p:nvSpPr>
            <p:spPr>
              <a:xfrm>
                <a:off x="15587010" y="26865080"/>
                <a:ext cx="241657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/>
                  <a:t>Reference</a:t>
                </a:r>
                <a:endParaRPr lang="en-GB" sz="3600" b="1" dirty="0"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89E170A-0AF2-2DAB-2447-CA6B44A97E80}"/>
              </a:ext>
            </a:extLst>
          </p:cNvPr>
          <p:cNvSpPr/>
          <p:nvPr/>
        </p:nvSpPr>
        <p:spPr>
          <a:xfrm>
            <a:off x="-1" y="28270447"/>
            <a:ext cx="21383625" cy="2010327"/>
          </a:xfrm>
          <a:prstGeom prst="rect">
            <a:avLst/>
          </a:prstGeom>
          <a:solidFill>
            <a:srgbClr val="E9F3FC"/>
          </a:solidFill>
          <a:ln>
            <a:solidFill>
              <a:srgbClr val="E9F3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C7DB4A79-E239-3752-A9BD-42CD21FDA184}"/>
              </a:ext>
            </a:extLst>
          </p:cNvPr>
          <p:cNvSpPr txBox="1"/>
          <p:nvPr/>
        </p:nvSpPr>
        <p:spPr>
          <a:xfrm>
            <a:off x="129830" y="29091718"/>
            <a:ext cx="9171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would like thank my supervisor, Emmett Copper for support and guidance throughout my work .</a:t>
            </a:r>
            <a:endParaRPr lang="en-GB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8C775D-27B9-ABC0-EA69-BDB2E79A71BD}"/>
              </a:ext>
            </a:extLst>
          </p:cNvPr>
          <p:cNvCxnSpPr>
            <a:cxnSpLocks/>
          </p:cNvCxnSpPr>
          <p:nvPr/>
        </p:nvCxnSpPr>
        <p:spPr>
          <a:xfrm>
            <a:off x="13079412" y="28280569"/>
            <a:ext cx="0" cy="201032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D77A5B-F957-DFD5-D105-DA9BB3313806}"/>
              </a:ext>
            </a:extLst>
          </p:cNvPr>
          <p:cNvGrpSpPr/>
          <p:nvPr/>
        </p:nvGrpSpPr>
        <p:grpSpPr>
          <a:xfrm>
            <a:off x="112695" y="17042205"/>
            <a:ext cx="21168917" cy="6050604"/>
            <a:chOff x="-1005" y="17918350"/>
            <a:chExt cx="21168917" cy="6050604"/>
          </a:xfrm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5540A1D1-432B-4D0D-7EE1-5A0DBCD13D9C}"/>
                </a:ext>
              </a:extLst>
            </p:cNvPr>
            <p:cNvSpPr/>
            <p:nvPr/>
          </p:nvSpPr>
          <p:spPr>
            <a:xfrm>
              <a:off x="-1005" y="18021672"/>
              <a:ext cx="21168917" cy="5947282"/>
            </a:xfrm>
            <a:prstGeom prst="roundRect">
              <a:avLst/>
            </a:prstGeom>
            <a:solidFill>
              <a:srgbClr val="E9F3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340" name="Graphic 339" descr="Badge 6 with solid fill">
              <a:extLst>
                <a:ext uri="{FF2B5EF4-FFF2-40B4-BE49-F238E27FC236}">
                  <a16:creationId xmlns:a16="http://schemas.microsoft.com/office/drawing/2014/main" id="{E8FD3416-40C8-ACDA-183A-38CCBB9240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20164" y="17918350"/>
              <a:ext cx="914400" cy="914400"/>
            </a:xfrm>
            <a:prstGeom prst="rect">
              <a:avLst/>
            </a:prstGeom>
          </p:spPr>
        </p:pic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46025213-A162-9BB6-3456-0323605D598D}"/>
                </a:ext>
              </a:extLst>
            </p:cNvPr>
            <p:cNvSpPr txBox="1"/>
            <p:nvPr/>
          </p:nvSpPr>
          <p:spPr>
            <a:xfrm>
              <a:off x="1858914" y="18105463"/>
              <a:ext cx="139473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RESULTS / IMPLEMENTATION / TESTING / EVALUATION</a:t>
              </a:r>
              <a:endParaRPr lang="en-GB" sz="3600" b="1" dirty="0"/>
            </a:p>
          </p:txBody>
        </p:sp>
        <p:graphicFrame>
          <p:nvGraphicFramePr>
            <p:cNvPr id="348" name="Chart 347">
              <a:extLst>
                <a:ext uri="{FF2B5EF4-FFF2-40B4-BE49-F238E27FC236}">
                  <a16:creationId xmlns:a16="http://schemas.microsoft.com/office/drawing/2014/main" id="{535C660A-8CAF-EE9A-D047-1330D774B97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74307167"/>
                </p:ext>
              </p:extLst>
            </p:nvPr>
          </p:nvGraphicFramePr>
          <p:xfrm>
            <a:off x="692449" y="18609174"/>
            <a:ext cx="7292190" cy="3836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9"/>
            </a:graphicData>
          </a:graphic>
        </p:graphicFrame>
        <p:graphicFrame>
          <p:nvGraphicFramePr>
            <p:cNvPr id="351" name="Chart 350">
              <a:extLst>
                <a:ext uri="{FF2B5EF4-FFF2-40B4-BE49-F238E27FC236}">
                  <a16:creationId xmlns:a16="http://schemas.microsoft.com/office/drawing/2014/main" id="{0F548A35-654C-71EA-7502-E0D2AF5DB77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841696225"/>
                </p:ext>
              </p:extLst>
            </p:nvPr>
          </p:nvGraphicFramePr>
          <p:xfrm>
            <a:off x="13222091" y="18552958"/>
            <a:ext cx="7315855" cy="388500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0"/>
            </a:graphicData>
          </a:graphic>
        </p:graphicFrame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D0D6644-44C1-3141-6092-F7771B5361C1}"/>
                </a:ext>
              </a:extLst>
            </p:cNvPr>
            <p:cNvGrpSpPr/>
            <p:nvPr/>
          </p:nvGrpSpPr>
          <p:grpSpPr>
            <a:xfrm>
              <a:off x="690711" y="22431551"/>
              <a:ext cx="7746601" cy="1392463"/>
              <a:chOff x="1285379" y="25451679"/>
              <a:chExt cx="7746601" cy="1392463"/>
            </a:xfrm>
          </p:grpSpPr>
          <p:sp>
            <p:nvSpPr>
              <p:cNvPr id="352" name="Rectangle: Rounded Corners 351">
                <a:extLst>
                  <a:ext uri="{FF2B5EF4-FFF2-40B4-BE49-F238E27FC236}">
                    <a16:creationId xmlns:a16="http://schemas.microsoft.com/office/drawing/2014/main" id="{AE7F3429-2D05-0E5D-C63F-519648D0321D}"/>
                  </a:ext>
                </a:extLst>
              </p:cNvPr>
              <p:cNvSpPr/>
              <p:nvPr/>
            </p:nvSpPr>
            <p:spPr>
              <a:xfrm>
                <a:off x="1286591" y="25465815"/>
                <a:ext cx="7047236" cy="1378327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CC8EC09-E878-444E-5A04-AF554C418839}"/>
                  </a:ext>
                </a:extLst>
              </p:cNvPr>
              <p:cNvSpPr txBox="1"/>
              <p:nvPr/>
            </p:nvSpPr>
            <p:spPr>
              <a:xfrm>
                <a:off x="1285379" y="25451679"/>
                <a:ext cx="77466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Random Walk  achieved the lowest average next-day error, showing that baselines were difficult to beat for short-term forecasting </a:t>
                </a:r>
                <a:endParaRPr lang="en-GB" sz="2400" dirty="0"/>
              </a:p>
            </p:txBody>
          </p:sp>
        </p:grp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8F87FBFE-31D8-B541-0042-56A9B4D0E54F}"/>
                </a:ext>
              </a:extLst>
            </p:cNvPr>
            <p:cNvGrpSpPr/>
            <p:nvPr/>
          </p:nvGrpSpPr>
          <p:grpSpPr>
            <a:xfrm>
              <a:off x="13222091" y="22585124"/>
              <a:ext cx="7878743" cy="1238890"/>
              <a:chOff x="15553140" y="25001897"/>
              <a:chExt cx="7878743" cy="1238890"/>
            </a:xfrm>
          </p:grpSpPr>
          <p:sp>
            <p:nvSpPr>
              <p:cNvPr id="356" name="Rectangle: Rounded Corners 355">
                <a:extLst>
                  <a:ext uri="{FF2B5EF4-FFF2-40B4-BE49-F238E27FC236}">
                    <a16:creationId xmlns:a16="http://schemas.microsoft.com/office/drawing/2014/main" id="{430CE2D2-C598-1F61-5AFC-0593589686F2}"/>
                  </a:ext>
                </a:extLst>
              </p:cNvPr>
              <p:cNvSpPr/>
              <p:nvPr/>
            </p:nvSpPr>
            <p:spPr>
              <a:xfrm>
                <a:off x="15553140" y="25001897"/>
                <a:ext cx="7655918" cy="123889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C20B2F96-B88D-4A8A-02AC-A11F28DEABAE}"/>
                  </a:ext>
                </a:extLst>
              </p:cNvPr>
              <p:cNvSpPr txBox="1"/>
              <p:nvPr/>
            </p:nvSpPr>
            <p:spPr>
              <a:xfrm>
                <a:off x="15818773" y="25037123"/>
                <a:ext cx="76131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Basic Monthly GBM achieved the lowest average path-based error, suggesting that simpler drift and volatility were stable than rolling sentiment-adjusted variants.</a:t>
                </a:r>
                <a:endParaRPr lang="en-GB" sz="240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E809E50-EE0A-CF19-39C5-8AAB7E77471D}"/>
                </a:ext>
              </a:extLst>
            </p:cNvPr>
            <p:cNvGrpSpPr/>
            <p:nvPr/>
          </p:nvGrpSpPr>
          <p:grpSpPr>
            <a:xfrm>
              <a:off x="8452408" y="19550521"/>
              <a:ext cx="4184568" cy="2936708"/>
              <a:chOff x="8080420" y="19648416"/>
              <a:chExt cx="4184568" cy="2936708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BA355792-E1B1-BDDA-AC6A-3805921FA29D}"/>
                  </a:ext>
                </a:extLst>
              </p:cNvPr>
              <p:cNvSpPr/>
              <p:nvPr/>
            </p:nvSpPr>
            <p:spPr>
              <a:xfrm>
                <a:off x="8080420" y="19648416"/>
                <a:ext cx="4184568" cy="2936708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2">
                      <a:tint val="66000"/>
                      <a:satMod val="160000"/>
                    </a:schemeClr>
                  </a:gs>
                  <a:gs pos="50000">
                    <a:schemeClr val="accent2">
                      <a:tint val="44500"/>
                      <a:satMod val="160000"/>
                    </a:schemeClr>
                  </a:gs>
                  <a:gs pos="100000">
                    <a:schemeClr val="accent2">
                      <a:tint val="23500"/>
                      <a:satMod val="160000"/>
                    </a:schemeClr>
                  </a:gs>
                </a:gsLst>
                <a:lin ang="16200000" scaled="1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9CFC08-0050-45FA-B6FC-0BE94D6BD46F}"/>
                  </a:ext>
                </a:extLst>
              </p:cNvPr>
              <p:cNvSpPr txBox="1"/>
              <p:nvPr/>
            </p:nvSpPr>
            <p:spPr>
              <a:xfrm>
                <a:off x="8234021" y="19686895"/>
                <a:ext cx="394823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One-step models and GBM path models were evaluated separately because they produce different forecast structures.</a:t>
                </a:r>
                <a:endParaRPr lang="en-GB" sz="2800" b="1" dirty="0"/>
              </a:p>
            </p:txBody>
          </p:sp>
        </p:grpSp>
      </p:grpSp>
      <p:pic>
        <p:nvPicPr>
          <p:cNvPr id="54" name="Picture 53" descr="GitHub logo PNG transparent image download, size: 1156x1156px">
            <a:extLst>
              <a:ext uri="{FF2B5EF4-FFF2-40B4-BE49-F238E27FC236}">
                <a16:creationId xmlns:a16="http://schemas.microsoft.com/office/drawing/2014/main" id="{154D41FD-C252-D029-1B12-A52B1D1A8B7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112062" y="28555361"/>
            <a:ext cx="1571493" cy="157149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243B83E-B93E-9712-6A0E-29B6DC09EB0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9019948" y="28444613"/>
            <a:ext cx="1682241" cy="1682241"/>
          </a:xfrm>
          <a:prstGeom prst="rect">
            <a:avLst/>
          </a:prstGeom>
        </p:spPr>
      </p:pic>
      <p:pic>
        <p:nvPicPr>
          <p:cNvPr id="62" name="Graphic 61" descr="Arrow Right with solid fill">
            <a:extLst>
              <a:ext uri="{FF2B5EF4-FFF2-40B4-BE49-F238E27FC236}">
                <a16:creationId xmlns:a16="http://schemas.microsoft.com/office/drawing/2014/main" id="{6C5F8C2B-3E4D-1FAC-D7D2-B6670441F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6117581" y="28309149"/>
            <a:ext cx="2468341" cy="2046769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3E6A59F-E97D-1293-BE77-7B573AE497F1}"/>
              </a:ext>
            </a:extLst>
          </p:cNvPr>
          <p:cNvSpPr txBox="1"/>
          <p:nvPr/>
        </p:nvSpPr>
        <p:spPr>
          <a:xfrm>
            <a:off x="275767" y="28309149"/>
            <a:ext cx="478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Acknowledgement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1416411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3540</TotalTime>
  <Words>569</Words>
  <Application>Microsoft Office PowerPoint</Application>
  <PresentationFormat>Custom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Comparative Evaluation of GBM, LSTM, and GDELT-Based Sentiment Models for Stock Price Forecasting</dc:title>
  <dc:subject>Editable A1 research poster</dc:subject>
  <dc:creator>OpenAI</dc:creator>
  <cp:lastModifiedBy>Collins Ewere</cp:lastModifiedBy>
  <cp:revision>3</cp:revision>
  <dcterms:created xsi:type="dcterms:W3CDTF">2026-05-11T21:42:19Z</dcterms:created>
  <dcterms:modified xsi:type="dcterms:W3CDTF">2026-05-17T21:13:27Z</dcterms:modified>
</cp:coreProperties>
</file>